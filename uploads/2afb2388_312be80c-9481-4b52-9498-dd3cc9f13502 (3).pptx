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64" r:id="rId5"/>
    <p:sldId id="277" r:id="rId6"/>
    <p:sldId id="275" r:id="rId7"/>
    <p:sldId id="293" r:id="rId8"/>
    <p:sldId id="288" r:id="rId9"/>
    <p:sldId id="266" r:id="rId10"/>
    <p:sldId id="262" r:id="rId11"/>
    <p:sldId id="286" r:id="rId12"/>
    <p:sldId id="295" r:id="rId13"/>
    <p:sldId id="271" r:id="rId14"/>
    <p:sldId id="289" r:id="rId15"/>
    <p:sldId id="294" r:id="rId16"/>
    <p:sldId id="298" r:id="rId17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40" autoAdjust="0"/>
  </p:normalViewPr>
  <p:slideViewPr>
    <p:cSldViewPr showGuides="1">
      <p:cViewPr varScale="1">
        <p:scale>
          <a:sx n="78" d="100"/>
          <a:sy n="78" d="100"/>
        </p:scale>
        <p:origin x="878" y="5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73" d="100"/>
          <a:sy n="73" d="100"/>
        </p:scale>
        <p:origin x="2232" y="29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A24E01-5535-46B9-A9A1-A9A07E639A88}" type="doc">
      <dgm:prSet loTypeId="urn:microsoft.com/office/officeart/2017/3/layout/DropPinTimeline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FF46FB-368D-4E9C-A650-0513B8879DA8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solidFill>
                <a:schemeClr val="tx2"/>
              </a:solidFill>
              <a:latin typeface="+mn-lt"/>
              <a:ea typeface="+mn-ea"/>
              <a:cs typeface="+mn-cs"/>
            </a:rPr>
            <a:t>Expand</a:t>
          </a:r>
        </a:p>
      </dgm:t>
    </dgm:pt>
    <dgm:pt modelId="{11DFA284-5E99-474D-BF05-364A45269DC7}" type="par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CFA40740-0682-470C-AD5A-CFF53CD12BD2}" type="sibTrans" cxnId="{C5645B39-CB65-4A0A-B369-E455C3B827C3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9A875394-CA1E-4432-AEEB-9054FCFF5E0E}">
      <dgm:prSet phldr="0" custT="1"/>
      <dgm:spPr/>
      <dgm:t>
        <a:bodyPr/>
        <a:lstStyle/>
        <a:p>
          <a:r>
            <a:rPr lang="en-US" sz="1200" dirty="0">
              <a:solidFill>
                <a:schemeClr val="accent1"/>
              </a:solidFill>
            </a:rPr>
            <a:t>Foster collaborative growth</a:t>
          </a:r>
          <a:endParaRPr lang="en-US" sz="1200" b="0" dirty="0">
            <a:solidFill>
              <a:schemeClr val="accent1"/>
            </a:solidFill>
            <a:latin typeface="+mn-lt"/>
          </a:endParaRPr>
        </a:p>
      </dgm:t>
    </dgm:pt>
    <dgm:pt modelId="{FCC92BDD-6EA3-421D-9DA8-7D3A12D003B6}" type="parTrans" cxnId="{B659504B-18E4-4D89-A17C-34ABB280AE5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314452B-82A0-42F4-9551-DF00CFFC3580}" type="sibTrans" cxnId="{B659504B-18E4-4D89-A17C-34ABB280AE52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D05E1923-5021-40F7-B4EF-E582E23A699D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Enhance</a:t>
          </a:r>
        </a:p>
      </dgm:t>
    </dgm:pt>
    <dgm:pt modelId="{FD6C5CD2-9CED-4BE6-89CD-A5A5CCE63B3E}" type="par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020958C-EF86-4274-85F9-318F2792F7B6}" type="sibTrans" cxnId="{72C4D6D9-419A-42C1-A76D-84599F65BB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579089A8-5362-4BA4-9163-D19228C1808F}">
      <dgm:prSet phldr="0" custT="1"/>
      <dgm:spPr/>
      <dgm:t>
        <a:bodyPr/>
        <a:lstStyle/>
        <a:p>
          <a:r>
            <a:rPr lang="en-US" sz="1200" dirty="0">
              <a:solidFill>
                <a:schemeClr val="accent1"/>
              </a:solidFill>
            </a:rPr>
            <a:t>Ensure a tailored and user-focused experience</a:t>
          </a:r>
          <a:endParaRPr lang="en-US" sz="1200" b="0" dirty="0">
            <a:solidFill>
              <a:schemeClr val="accent1"/>
            </a:solidFill>
            <a:latin typeface="+mn-lt"/>
          </a:endParaRPr>
        </a:p>
      </dgm:t>
    </dgm:pt>
    <dgm:pt modelId="{FB2DEB6E-B29F-4E51-960A-23ECC62EBF38}" type="parTrans" cxnId="{4876CF51-F110-4E25-8FD4-08D25B4B0AB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1C5328B1-AC18-4CF7-A034-BB0592F4A2A1}" type="sibTrans" cxnId="{4876CF51-F110-4E25-8FD4-08D25B4B0AB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FA8F44BD-C8C7-462C-9756-1EC498E86842}">
      <dgm:prSet phldr="0" custT="1"/>
      <dgm:spPr/>
      <dgm:t>
        <a:bodyPr/>
        <a:lstStyle/>
        <a:p>
          <a:pPr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Explore</a:t>
          </a:r>
        </a:p>
      </dgm:t>
    </dgm:pt>
    <dgm:pt modelId="{F47063EE-4B58-4EDE-A4F2-A4BD81B82F21}" type="par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8C8A9736-03DA-4B1C-A590-10B4AD89452B}" type="sibTrans" cxnId="{0D51BD2E-4619-469B-B233-EBAC3D4D0BA6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EFEB4D61-3A9C-4140-977F-3C3F5C9EE9D1}">
      <dgm:prSet phldr="0" custT="1"/>
      <dgm:spPr/>
      <dgm:t>
        <a:bodyPr/>
        <a:lstStyle/>
        <a:p>
          <a:r>
            <a:rPr lang="en-US" sz="1200" dirty="0">
              <a:solidFill>
                <a:schemeClr val="accent1"/>
              </a:solidFill>
            </a:rPr>
            <a:t>Capitalize on emerging global markets</a:t>
          </a:r>
          <a:endParaRPr lang="en-US" sz="1200" b="0" dirty="0">
            <a:solidFill>
              <a:schemeClr val="accent1"/>
            </a:solidFill>
            <a:latin typeface="+mn-lt"/>
          </a:endParaRPr>
        </a:p>
      </dgm:t>
    </dgm:pt>
    <dgm:pt modelId="{57D352E4-0431-4F68-B8F1-61BFA34799AA}" type="par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0ECC32B6-1E7C-4AA4-9DBF-D69B7C5E64A9}" type="sibTrans" cxnId="{1B32EF2C-9DB5-4504-A9DA-B4956CC00208}">
      <dgm:prSet/>
      <dgm:spPr/>
      <dgm:t>
        <a:bodyPr/>
        <a:lstStyle/>
        <a:p>
          <a:endParaRPr lang="en-US">
            <a:solidFill>
              <a:schemeClr val="tx2"/>
            </a:solidFill>
          </a:endParaRPr>
        </a:p>
      </dgm:t>
    </dgm:pt>
    <dgm:pt modelId="{6E9F3C9B-13CA-43A8-8836-0B2B41D07DEF}" type="pres">
      <dgm:prSet presAssocID="{05A24E01-5535-46B9-A9A1-A9A07E639A88}" presName="root" presStyleCnt="0">
        <dgm:presLayoutVars>
          <dgm:chMax/>
          <dgm:chPref/>
          <dgm:animLvl val="lvl"/>
        </dgm:presLayoutVars>
      </dgm:prSet>
      <dgm:spPr/>
    </dgm:pt>
    <dgm:pt modelId="{E8AACCBB-6709-4071-B389-3BB226B3A586}" type="pres">
      <dgm:prSet presAssocID="{05A24E01-5535-46B9-A9A1-A9A07E639A88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E6F74CED-5217-4282-85F1-1C12DC84731C}" type="pres">
      <dgm:prSet presAssocID="{05A24E01-5535-46B9-A9A1-A9A07E639A88}" presName="nodes" presStyleCnt="0">
        <dgm:presLayoutVars>
          <dgm:chMax/>
          <dgm:chPref/>
          <dgm:animLvl val="lvl"/>
        </dgm:presLayoutVars>
      </dgm:prSet>
      <dgm:spPr/>
    </dgm:pt>
    <dgm:pt modelId="{AC377099-4DAE-451C-ADE9-98036E2679B5}" type="pres">
      <dgm:prSet presAssocID="{58FF46FB-368D-4E9C-A650-0513B8879DA8}" presName="composite" presStyleCnt="0"/>
      <dgm:spPr/>
    </dgm:pt>
    <dgm:pt modelId="{B6C94ECD-6415-4250-B4AD-F67BF5BECFB8}" type="pres">
      <dgm:prSet presAssocID="{58FF46FB-368D-4E9C-A650-0513B8879DA8}" presName="ConnectorPoint" presStyleLbl="lnNode1" presStyleIdx="0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0E99BB09-1B86-4308-A570-3981E6DD3A06}" type="pres">
      <dgm:prSet presAssocID="{58FF46FB-368D-4E9C-A650-0513B8879DA8}" presName="DropPinPlaceHolder" presStyleCnt="0"/>
      <dgm:spPr/>
    </dgm:pt>
    <dgm:pt modelId="{0ED6E8D6-BD44-4400-BC14-1BC75CB979A3}" type="pres">
      <dgm:prSet presAssocID="{58FF46FB-368D-4E9C-A650-0513B8879DA8}" presName="DropPin" presStyleLbl="alignNode1" presStyleIdx="0" presStyleCnt="3"/>
      <dgm:spPr>
        <a:xfrm rot="8100000">
          <a:off x="48752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B7FC7CF-F58D-48D5-8BCC-38D6EE87890B}" type="pres">
      <dgm:prSet presAssocID="{58FF46FB-368D-4E9C-A650-0513B8879DA8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D2143A46-815A-49BF-9455-C0385022444F}" type="pres">
      <dgm:prSet presAssocID="{58FF46FB-368D-4E9C-A650-0513B8879DA8}" presName="L2TextContainer" presStyleLbl="revTx" presStyleIdx="0" presStyleCnt="6">
        <dgm:presLayoutVars>
          <dgm:bulletEnabled val="1"/>
        </dgm:presLayoutVars>
      </dgm:prSet>
      <dgm:spPr/>
    </dgm:pt>
    <dgm:pt modelId="{8E3FB235-DF38-476B-9A0E-B1E583D50944}" type="pres">
      <dgm:prSet presAssocID="{58FF46FB-368D-4E9C-A650-0513B8879DA8}" presName="L1TextContainer" presStyleLbl="revTx" presStyleIdx="1" presStyleCnt="6" custLinFactNeighborX="1550">
        <dgm:presLayoutVars>
          <dgm:chMax val="1"/>
          <dgm:chPref val="1"/>
          <dgm:bulletEnabled val="1"/>
        </dgm:presLayoutVars>
      </dgm:prSet>
      <dgm:spPr/>
    </dgm:pt>
    <dgm:pt modelId="{9AA05CE5-209F-4AD9-BE2C-2A69F76DA8F4}" type="pres">
      <dgm:prSet presAssocID="{58FF46FB-368D-4E9C-A650-0513B8879DA8}" presName="ConnectLine" presStyleLbl="sibTrans1D1" presStyleIdx="0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17350C28-DA10-4F3B-9FA2-0FE7C12A4ABE}" type="pres">
      <dgm:prSet presAssocID="{58FF46FB-368D-4E9C-A650-0513B8879DA8}" presName="EmptyPlaceHolder" presStyleCnt="0"/>
      <dgm:spPr/>
    </dgm:pt>
    <dgm:pt modelId="{6DA7B85E-9DC6-4F3B-A2BF-09CDEEDB43BC}" type="pres">
      <dgm:prSet presAssocID="{CFA40740-0682-470C-AD5A-CFF53CD12BD2}" presName="spaceBetweenRectangles" presStyleCnt="0"/>
      <dgm:spPr/>
    </dgm:pt>
    <dgm:pt modelId="{CF519A69-9940-494F-8406-D0D876E3CD26}" type="pres">
      <dgm:prSet presAssocID="{D05E1923-5021-40F7-B4EF-E582E23A699D}" presName="composite" presStyleCnt="0"/>
      <dgm:spPr/>
    </dgm:pt>
    <dgm:pt modelId="{714429FF-AAA3-4358-8C5F-1A7F29AA2B7B}" type="pres">
      <dgm:prSet presAssocID="{D05E1923-5021-40F7-B4EF-E582E23A699D}" presName="ConnectorPoint" presStyleLbl="lnNode1" presStyleIdx="1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B8B1E8E-162B-4E3E-9E31-BA5CFBD3ED9D}" type="pres">
      <dgm:prSet presAssocID="{D05E1923-5021-40F7-B4EF-E582E23A699D}" presName="DropPinPlaceHolder" presStyleCnt="0"/>
      <dgm:spPr/>
    </dgm:pt>
    <dgm:pt modelId="{358CAA11-0A87-4861-8B4E-913B1EAD1334}" type="pres">
      <dgm:prSet presAssocID="{D05E1923-5021-40F7-B4EF-E582E23A699D}" presName="DropPin" presStyleLbl="alignNode1" presStyleIdx="1" presStyleCnt="3"/>
      <dgm:spPr>
        <a:xfrm rot="18900000">
          <a:off x="1526266" y="2251860"/>
          <a:ext cx="204134" cy="204134"/>
        </a:xfrm>
        <a:prstGeom prst="teardrop">
          <a:avLst>
            <a:gd name="adj" fmla="val 115000"/>
          </a:avLst>
        </a:prstGeom>
      </dgm:spPr>
    </dgm:pt>
    <dgm:pt modelId="{B1A1A837-F261-404B-A808-B2F4154CE8A2}" type="pres">
      <dgm:prSet presAssocID="{D05E1923-5021-40F7-B4EF-E582E23A699D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5F3F650-2E42-488A-AD4F-C4BD47D19A84}" type="pres">
      <dgm:prSet presAssocID="{D05E1923-5021-40F7-B4EF-E582E23A699D}" presName="L2TextContainer" presStyleLbl="revTx" presStyleIdx="2" presStyleCnt="6">
        <dgm:presLayoutVars>
          <dgm:bulletEnabled val="1"/>
        </dgm:presLayoutVars>
      </dgm:prSet>
      <dgm:spPr/>
    </dgm:pt>
    <dgm:pt modelId="{223C5207-4FA2-4A6C-8F43-20BD55767C99}" type="pres">
      <dgm:prSet presAssocID="{D05E1923-5021-40F7-B4EF-E582E23A699D}" presName="L1TextContainer" presStyleLbl="revTx" presStyleIdx="3" presStyleCnt="6" custLinFactNeighborX="1550">
        <dgm:presLayoutVars>
          <dgm:chMax val="1"/>
          <dgm:chPref val="1"/>
          <dgm:bulletEnabled val="1"/>
        </dgm:presLayoutVars>
      </dgm:prSet>
      <dgm:spPr/>
    </dgm:pt>
    <dgm:pt modelId="{4FE5EB5D-4CEF-4D0D-9394-0534E61844BE}" type="pres">
      <dgm:prSet presAssocID="{D05E1923-5021-40F7-B4EF-E582E23A699D}" presName="ConnectLine" presStyleLbl="sibTrans1D1" presStyleIdx="1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EC869059-0AEC-4D98-8C46-CB603A342C72}" type="pres">
      <dgm:prSet presAssocID="{D05E1923-5021-40F7-B4EF-E582E23A699D}" presName="EmptyPlaceHolder" presStyleCnt="0"/>
      <dgm:spPr/>
    </dgm:pt>
    <dgm:pt modelId="{408BA715-9739-461D-BFDE-88EDAE355E60}" type="pres">
      <dgm:prSet presAssocID="{F020958C-EF86-4274-85F9-318F2792F7B6}" presName="spaceBetweenRectangles" presStyleCnt="0"/>
      <dgm:spPr/>
    </dgm:pt>
    <dgm:pt modelId="{D512C7F9-87A6-4BA9-AFAC-03FF1578D945}" type="pres">
      <dgm:prSet presAssocID="{FA8F44BD-C8C7-462C-9756-1EC498E86842}" presName="composite" presStyleCnt="0"/>
      <dgm:spPr/>
    </dgm:pt>
    <dgm:pt modelId="{152AD014-AFD0-4700-A468-4D562874339A}" type="pres">
      <dgm:prSet presAssocID="{FA8F44BD-C8C7-462C-9756-1EC498E86842}" presName="ConnectorPoint" presStyleLbl="lnNode1" presStyleIdx="2" presStyleCnt="3"/>
      <dgm:spPr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CE2C4D8-4380-442D-A6C2-0B468BF3C74C}" type="pres">
      <dgm:prSet presAssocID="{FA8F44BD-C8C7-462C-9756-1EC498E86842}" presName="DropPinPlaceHolder" presStyleCnt="0"/>
      <dgm:spPr/>
    </dgm:pt>
    <dgm:pt modelId="{72C82E90-F103-439C-8371-CFFB0927B9DE}" type="pres">
      <dgm:prSet presAssocID="{FA8F44BD-C8C7-462C-9756-1EC498E86842}" presName="DropPin" presStyleLbl="alignNode1" presStyleIdx="2" presStyleCnt="3"/>
      <dgm:spPr>
        <a:xfrm rot="8100000">
          <a:off x="3003781" y="319863"/>
          <a:ext cx="204134" cy="204134"/>
        </a:xfrm>
        <a:prstGeom prst="teardrop">
          <a:avLst>
            <a:gd name="adj" fmla="val 115000"/>
          </a:avLst>
        </a:prstGeom>
      </dgm:spPr>
    </dgm:pt>
    <dgm:pt modelId="{5D519322-C1DD-47AE-92C0-13575134BC76}" type="pres">
      <dgm:prSet presAssocID="{FA8F44BD-C8C7-462C-9756-1EC498E86842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6DDA0FE-83E2-423C-9F13-58A61EB68487}" type="pres">
      <dgm:prSet presAssocID="{FA8F44BD-C8C7-462C-9756-1EC498E86842}" presName="L2TextContainer" presStyleLbl="revTx" presStyleIdx="4" presStyleCnt="6">
        <dgm:presLayoutVars>
          <dgm:bulletEnabled val="1"/>
        </dgm:presLayoutVars>
      </dgm:prSet>
      <dgm:spPr/>
    </dgm:pt>
    <dgm:pt modelId="{2D6C7916-1130-46A8-833B-A6278CBD2192}" type="pres">
      <dgm:prSet presAssocID="{FA8F44BD-C8C7-462C-9756-1EC498E86842}" presName="L1TextContainer" presStyleLbl="revTx" presStyleIdx="5" presStyleCnt="6" custLinFactNeighborX="1550">
        <dgm:presLayoutVars>
          <dgm:chMax val="1"/>
          <dgm:chPref val="1"/>
          <dgm:bulletEnabled val="1"/>
        </dgm:presLayoutVars>
      </dgm:prSet>
      <dgm:spPr/>
    </dgm:pt>
    <dgm:pt modelId="{4D953791-5C2F-4A75-A8F4-6ED7EAB5E015}" type="pres">
      <dgm:prSet presAssocID="{FA8F44BD-C8C7-462C-9756-1EC498E86842}" presName="ConnectLine" presStyleLbl="sibTrans1D1" presStyleIdx="2" presStyleCnt="3"/>
      <dgm:spPr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22A72E40-4DCC-4F48-AADD-29738FD37A2C}" type="pres">
      <dgm:prSet presAssocID="{FA8F44BD-C8C7-462C-9756-1EC498E86842}" presName="EmptyPlaceHolder" presStyleCnt="0"/>
      <dgm:spPr/>
    </dgm:pt>
  </dgm:ptLst>
  <dgm:cxnLst>
    <dgm:cxn modelId="{C3A1C60D-63BB-4E34-AD47-96AABDB6084E}" type="presOf" srcId="{D05E1923-5021-40F7-B4EF-E582E23A699D}" destId="{223C5207-4FA2-4A6C-8F43-20BD55767C99}" srcOrd="0" destOrd="0" presId="urn:microsoft.com/office/officeart/2017/3/layout/DropPinTimeline"/>
    <dgm:cxn modelId="{1B32EF2C-9DB5-4504-A9DA-B4956CC00208}" srcId="{FA8F44BD-C8C7-462C-9756-1EC498E86842}" destId="{EFEB4D61-3A9C-4140-977F-3C3F5C9EE9D1}" srcOrd="0" destOrd="0" parTransId="{57D352E4-0431-4F68-B8F1-61BFA34799AA}" sibTransId="{0ECC32B6-1E7C-4AA4-9DBF-D69B7C5E64A9}"/>
    <dgm:cxn modelId="{0D51BD2E-4619-469B-B233-EBAC3D4D0BA6}" srcId="{05A24E01-5535-46B9-A9A1-A9A07E639A88}" destId="{FA8F44BD-C8C7-462C-9756-1EC498E86842}" srcOrd="2" destOrd="0" parTransId="{F47063EE-4B58-4EDE-A4F2-A4BD81B82F21}" sibTransId="{8C8A9736-03DA-4B1C-A590-10B4AD89452B}"/>
    <dgm:cxn modelId="{C5645B39-CB65-4A0A-B369-E455C3B827C3}" srcId="{05A24E01-5535-46B9-A9A1-A9A07E639A88}" destId="{58FF46FB-368D-4E9C-A650-0513B8879DA8}" srcOrd="0" destOrd="0" parTransId="{11DFA284-5E99-474D-BF05-364A45269DC7}" sibTransId="{CFA40740-0682-470C-AD5A-CFF53CD12BD2}"/>
    <dgm:cxn modelId="{7DDF5444-F976-4F04-88A9-CF8B15238792}" type="presOf" srcId="{58FF46FB-368D-4E9C-A650-0513B8879DA8}" destId="{8E3FB235-DF38-476B-9A0E-B1E583D50944}" srcOrd="0" destOrd="0" presId="urn:microsoft.com/office/officeart/2017/3/layout/DropPinTimeline"/>
    <dgm:cxn modelId="{1690634A-EBA7-4881-9E5F-0C82421D4CDF}" type="presOf" srcId="{FA8F44BD-C8C7-462C-9756-1EC498E86842}" destId="{2D6C7916-1130-46A8-833B-A6278CBD2192}" srcOrd="0" destOrd="0" presId="urn:microsoft.com/office/officeart/2017/3/layout/DropPinTimeline"/>
    <dgm:cxn modelId="{B659504B-18E4-4D89-A17C-34ABB280AE52}" srcId="{58FF46FB-368D-4E9C-A650-0513B8879DA8}" destId="{9A875394-CA1E-4432-AEEB-9054FCFF5E0E}" srcOrd="0" destOrd="0" parTransId="{FCC92BDD-6EA3-421D-9DA8-7D3A12D003B6}" sibTransId="{0314452B-82A0-42F4-9551-DF00CFFC3580}"/>
    <dgm:cxn modelId="{4876CF51-F110-4E25-8FD4-08D25B4B0AB8}" srcId="{D05E1923-5021-40F7-B4EF-E582E23A699D}" destId="{579089A8-5362-4BA4-9163-D19228C1808F}" srcOrd="0" destOrd="0" parTransId="{FB2DEB6E-B29F-4E51-960A-23ECC62EBF38}" sibTransId="{1C5328B1-AC18-4CF7-A034-BB0592F4A2A1}"/>
    <dgm:cxn modelId="{B9F0B583-D02F-4EF4-83A8-DFD7B32B9433}" type="presOf" srcId="{9A875394-CA1E-4432-AEEB-9054FCFF5E0E}" destId="{D2143A46-815A-49BF-9455-C0385022444F}" srcOrd="0" destOrd="0" presId="urn:microsoft.com/office/officeart/2017/3/layout/DropPinTimeline"/>
    <dgm:cxn modelId="{72C4D6D9-419A-42C1-A76D-84599F65BB08}" srcId="{05A24E01-5535-46B9-A9A1-A9A07E639A88}" destId="{D05E1923-5021-40F7-B4EF-E582E23A699D}" srcOrd="1" destOrd="0" parTransId="{FD6C5CD2-9CED-4BE6-89CD-A5A5CCE63B3E}" sibTransId="{F020958C-EF86-4274-85F9-318F2792F7B6}"/>
    <dgm:cxn modelId="{C6A73EDB-89B0-4756-9ECD-83E9B8AB77E5}" type="presOf" srcId="{EFEB4D61-3A9C-4140-977F-3C3F5C9EE9D1}" destId="{96DDA0FE-83E2-423C-9F13-58A61EB68487}" srcOrd="0" destOrd="0" presId="urn:microsoft.com/office/officeart/2017/3/layout/DropPinTimeline"/>
    <dgm:cxn modelId="{FE7849EA-5B37-43C8-B217-CD4E30A8E545}" type="presOf" srcId="{05A24E01-5535-46B9-A9A1-A9A07E639A88}" destId="{6E9F3C9B-13CA-43A8-8836-0B2B41D07DEF}" srcOrd="0" destOrd="0" presId="urn:microsoft.com/office/officeart/2017/3/layout/DropPinTimeline"/>
    <dgm:cxn modelId="{DC6269F4-0C31-4613-A809-E8E029CAD0D1}" type="presOf" srcId="{579089A8-5362-4BA4-9163-D19228C1808F}" destId="{B5F3F650-2E42-488A-AD4F-C4BD47D19A84}" srcOrd="0" destOrd="0" presId="urn:microsoft.com/office/officeart/2017/3/layout/DropPinTimeline"/>
    <dgm:cxn modelId="{2FED2A5E-98EB-4859-AB3F-062F22EEC890}" type="presParOf" srcId="{6E9F3C9B-13CA-43A8-8836-0B2B41D07DEF}" destId="{E8AACCBB-6709-4071-B389-3BB226B3A586}" srcOrd="0" destOrd="0" presId="urn:microsoft.com/office/officeart/2017/3/layout/DropPinTimeline"/>
    <dgm:cxn modelId="{6DE443D7-8EE2-4FBC-842D-B6B9C44204D0}" type="presParOf" srcId="{6E9F3C9B-13CA-43A8-8836-0B2B41D07DEF}" destId="{E6F74CED-5217-4282-85F1-1C12DC84731C}" srcOrd="1" destOrd="0" presId="urn:microsoft.com/office/officeart/2017/3/layout/DropPinTimeline"/>
    <dgm:cxn modelId="{C773189E-DF31-4C58-A290-F5DFD7DCF8B1}" type="presParOf" srcId="{E6F74CED-5217-4282-85F1-1C12DC84731C}" destId="{AC377099-4DAE-451C-ADE9-98036E2679B5}" srcOrd="0" destOrd="0" presId="urn:microsoft.com/office/officeart/2017/3/layout/DropPinTimeline"/>
    <dgm:cxn modelId="{04D71AD3-A9B8-46E1-AB82-BB594FCE110E}" type="presParOf" srcId="{AC377099-4DAE-451C-ADE9-98036E2679B5}" destId="{B6C94ECD-6415-4250-B4AD-F67BF5BECFB8}" srcOrd="0" destOrd="0" presId="urn:microsoft.com/office/officeart/2017/3/layout/DropPinTimeline"/>
    <dgm:cxn modelId="{4D9D677D-9448-43AF-978B-5C7E7661F4F9}" type="presParOf" srcId="{AC377099-4DAE-451C-ADE9-98036E2679B5}" destId="{0E99BB09-1B86-4308-A570-3981E6DD3A06}" srcOrd="1" destOrd="0" presId="urn:microsoft.com/office/officeart/2017/3/layout/DropPinTimeline"/>
    <dgm:cxn modelId="{C213A57E-D4AE-4C05-AA12-FE8CC1989639}" type="presParOf" srcId="{0E99BB09-1B86-4308-A570-3981E6DD3A06}" destId="{0ED6E8D6-BD44-4400-BC14-1BC75CB979A3}" srcOrd="0" destOrd="0" presId="urn:microsoft.com/office/officeart/2017/3/layout/DropPinTimeline"/>
    <dgm:cxn modelId="{927F0821-BB24-4368-A4D4-046EB89F39DD}" type="presParOf" srcId="{0E99BB09-1B86-4308-A570-3981E6DD3A06}" destId="{5B7FC7CF-F58D-48D5-8BCC-38D6EE87890B}" srcOrd="1" destOrd="0" presId="urn:microsoft.com/office/officeart/2017/3/layout/DropPinTimeline"/>
    <dgm:cxn modelId="{F517DE46-1EA2-46F3-8833-EE234EEF5B09}" type="presParOf" srcId="{AC377099-4DAE-451C-ADE9-98036E2679B5}" destId="{D2143A46-815A-49BF-9455-C0385022444F}" srcOrd="2" destOrd="0" presId="urn:microsoft.com/office/officeart/2017/3/layout/DropPinTimeline"/>
    <dgm:cxn modelId="{75F0F73C-AD49-4A34-842E-A65EF46645BA}" type="presParOf" srcId="{AC377099-4DAE-451C-ADE9-98036E2679B5}" destId="{8E3FB235-DF38-476B-9A0E-B1E583D50944}" srcOrd="3" destOrd="0" presId="urn:microsoft.com/office/officeart/2017/3/layout/DropPinTimeline"/>
    <dgm:cxn modelId="{071A2262-20BC-4D30-AB90-12B0A0FEB6EF}" type="presParOf" srcId="{AC377099-4DAE-451C-ADE9-98036E2679B5}" destId="{9AA05CE5-209F-4AD9-BE2C-2A69F76DA8F4}" srcOrd="4" destOrd="0" presId="urn:microsoft.com/office/officeart/2017/3/layout/DropPinTimeline"/>
    <dgm:cxn modelId="{0D0471BD-C944-46DB-9B0D-12B6F025E4F4}" type="presParOf" srcId="{AC377099-4DAE-451C-ADE9-98036E2679B5}" destId="{17350C28-DA10-4F3B-9FA2-0FE7C12A4ABE}" srcOrd="5" destOrd="0" presId="urn:microsoft.com/office/officeart/2017/3/layout/DropPinTimeline"/>
    <dgm:cxn modelId="{37FF9AEE-1EE5-440D-B822-B54671B03AAC}" type="presParOf" srcId="{E6F74CED-5217-4282-85F1-1C12DC84731C}" destId="{6DA7B85E-9DC6-4F3B-A2BF-09CDEEDB43BC}" srcOrd="1" destOrd="0" presId="urn:microsoft.com/office/officeart/2017/3/layout/DropPinTimeline"/>
    <dgm:cxn modelId="{3FF77B45-DC34-4E18-8B7E-49C274966E23}" type="presParOf" srcId="{E6F74CED-5217-4282-85F1-1C12DC84731C}" destId="{CF519A69-9940-494F-8406-D0D876E3CD26}" srcOrd="2" destOrd="0" presId="urn:microsoft.com/office/officeart/2017/3/layout/DropPinTimeline"/>
    <dgm:cxn modelId="{4E60349A-D4EB-4BFE-9374-0F079D59B1FC}" type="presParOf" srcId="{CF519A69-9940-494F-8406-D0D876E3CD26}" destId="{714429FF-AAA3-4358-8C5F-1A7F29AA2B7B}" srcOrd="0" destOrd="0" presId="urn:microsoft.com/office/officeart/2017/3/layout/DropPinTimeline"/>
    <dgm:cxn modelId="{0B07CD93-B91C-4CAF-B94C-3237B0C6F601}" type="presParOf" srcId="{CF519A69-9940-494F-8406-D0D876E3CD26}" destId="{AB8B1E8E-162B-4E3E-9E31-BA5CFBD3ED9D}" srcOrd="1" destOrd="0" presId="urn:microsoft.com/office/officeart/2017/3/layout/DropPinTimeline"/>
    <dgm:cxn modelId="{BB97917A-2BFB-4D8A-94BD-816B0C62D6F6}" type="presParOf" srcId="{AB8B1E8E-162B-4E3E-9E31-BA5CFBD3ED9D}" destId="{358CAA11-0A87-4861-8B4E-913B1EAD1334}" srcOrd="0" destOrd="0" presId="urn:microsoft.com/office/officeart/2017/3/layout/DropPinTimeline"/>
    <dgm:cxn modelId="{FDC4D318-B3AD-4E39-8663-3AFB57531D79}" type="presParOf" srcId="{AB8B1E8E-162B-4E3E-9E31-BA5CFBD3ED9D}" destId="{B1A1A837-F261-404B-A808-B2F4154CE8A2}" srcOrd="1" destOrd="0" presId="urn:microsoft.com/office/officeart/2017/3/layout/DropPinTimeline"/>
    <dgm:cxn modelId="{7F53703E-9DF0-45E5-AC76-7E0CCD3B06EA}" type="presParOf" srcId="{CF519A69-9940-494F-8406-D0D876E3CD26}" destId="{B5F3F650-2E42-488A-AD4F-C4BD47D19A84}" srcOrd="2" destOrd="0" presId="urn:microsoft.com/office/officeart/2017/3/layout/DropPinTimeline"/>
    <dgm:cxn modelId="{B59937ED-9C59-4BBD-AA3C-5D9159504926}" type="presParOf" srcId="{CF519A69-9940-494F-8406-D0D876E3CD26}" destId="{223C5207-4FA2-4A6C-8F43-20BD55767C99}" srcOrd="3" destOrd="0" presId="urn:microsoft.com/office/officeart/2017/3/layout/DropPinTimeline"/>
    <dgm:cxn modelId="{470C2FBB-9D40-4F2C-8107-12E2CA0E70BE}" type="presParOf" srcId="{CF519A69-9940-494F-8406-D0D876E3CD26}" destId="{4FE5EB5D-4CEF-4D0D-9394-0534E61844BE}" srcOrd="4" destOrd="0" presId="urn:microsoft.com/office/officeart/2017/3/layout/DropPinTimeline"/>
    <dgm:cxn modelId="{C1237DFD-87FD-434B-A5C8-02108EF43081}" type="presParOf" srcId="{CF519A69-9940-494F-8406-D0D876E3CD26}" destId="{EC869059-0AEC-4D98-8C46-CB603A342C72}" srcOrd="5" destOrd="0" presId="urn:microsoft.com/office/officeart/2017/3/layout/DropPinTimeline"/>
    <dgm:cxn modelId="{7A1441D0-A5AA-4E6C-9388-511DA29929BF}" type="presParOf" srcId="{E6F74CED-5217-4282-85F1-1C12DC84731C}" destId="{408BA715-9739-461D-BFDE-88EDAE355E60}" srcOrd="3" destOrd="0" presId="urn:microsoft.com/office/officeart/2017/3/layout/DropPinTimeline"/>
    <dgm:cxn modelId="{087F2A81-CFD9-4BF8-96FC-2D4ABA32462F}" type="presParOf" srcId="{E6F74CED-5217-4282-85F1-1C12DC84731C}" destId="{D512C7F9-87A6-4BA9-AFAC-03FF1578D945}" srcOrd="4" destOrd="0" presId="urn:microsoft.com/office/officeart/2017/3/layout/DropPinTimeline"/>
    <dgm:cxn modelId="{8C6217DA-A763-4946-99A2-03C618C428AF}" type="presParOf" srcId="{D512C7F9-87A6-4BA9-AFAC-03FF1578D945}" destId="{152AD014-AFD0-4700-A468-4D562874339A}" srcOrd="0" destOrd="0" presId="urn:microsoft.com/office/officeart/2017/3/layout/DropPinTimeline"/>
    <dgm:cxn modelId="{A6A34287-F5FF-46EE-9A88-F2ECF73903CE}" type="presParOf" srcId="{D512C7F9-87A6-4BA9-AFAC-03FF1578D945}" destId="{6CE2C4D8-4380-442D-A6C2-0B468BF3C74C}" srcOrd="1" destOrd="0" presId="urn:microsoft.com/office/officeart/2017/3/layout/DropPinTimeline"/>
    <dgm:cxn modelId="{D28BF9CF-F026-4786-A1AC-F4F785C54591}" type="presParOf" srcId="{6CE2C4D8-4380-442D-A6C2-0B468BF3C74C}" destId="{72C82E90-F103-439C-8371-CFFB0927B9DE}" srcOrd="0" destOrd="0" presId="urn:microsoft.com/office/officeart/2017/3/layout/DropPinTimeline"/>
    <dgm:cxn modelId="{E33A6BB5-6D3A-4D44-AEFC-75BAB101C26D}" type="presParOf" srcId="{6CE2C4D8-4380-442D-A6C2-0B468BF3C74C}" destId="{5D519322-C1DD-47AE-92C0-13575134BC76}" srcOrd="1" destOrd="0" presId="urn:microsoft.com/office/officeart/2017/3/layout/DropPinTimeline"/>
    <dgm:cxn modelId="{0BFD1614-5731-4306-81F7-E2C949C32A93}" type="presParOf" srcId="{D512C7F9-87A6-4BA9-AFAC-03FF1578D945}" destId="{96DDA0FE-83E2-423C-9F13-58A61EB68487}" srcOrd="2" destOrd="0" presId="urn:microsoft.com/office/officeart/2017/3/layout/DropPinTimeline"/>
    <dgm:cxn modelId="{06EDED26-E685-42BC-BFC2-75C7EA695E40}" type="presParOf" srcId="{D512C7F9-87A6-4BA9-AFAC-03FF1578D945}" destId="{2D6C7916-1130-46A8-833B-A6278CBD2192}" srcOrd="3" destOrd="0" presId="urn:microsoft.com/office/officeart/2017/3/layout/DropPinTimeline"/>
    <dgm:cxn modelId="{A20C8A5A-2D9A-4EF7-BC83-D5EE4B16698D}" type="presParOf" srcId="{D512C7F9-87A6-4BA9-AFAC-03FF1578D945}" destId="{4D953791-5C2F-4A75-A8F4-6ED7EAB5E015}" srcOrd="4" destOrd="0" presId="urn:microsoft.com/office/officeart/2017/3/layout/DropPinTimeline"/>
    <dgm:cxn modelId="{6780D10C-523A-4885-B5BF-84F303790098}" type="presParOf" srcId="{D512C7F9-87A6-4BA9-AFAC-03FF1578D945}" destId="{22A72E40-4DCC-4F48-AADD-29738FD37A2C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AACCBB-6709-4071-B389-3BB226B3A586}">
      <dsp:nvSpPr>
        <dsp:cNvPr id="0" name=""/>
        <dsp:cNvSpPr/>
      </dsp:nvSpPr>
      <dsp:spPr>
        <a:xfrm>
          <a:off x="0" y="1828800"/>
          <a:ext cx="4581524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6E8D6-BD44-4400-BC14-1BC75CB979A3}">
      <dsp:nvSpPr>
        <dsp:cNvPr id="0" name=""/>
        <dsp:cNvSpPr/>
      </dsp:nvSpPr>
      <dsp:spPr>
        <a:xfrm rot="8100000">
          <a:off x="59070" y="421466"/>
          <a:ext cx="268976" cy="26897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7FC7CF-F58D-48D5-8BCC-38D6EE87890B}">
      <dsp:nvSpPr>
        <dsp:cNvPr id="0" name=""/>
        <dsp:cNvSpPr/>
      </dsp:nvSpPr>
      <dsp:spPr>
        <a:xfrm>
          <a:off x="88951" y="451347"/>
          <a:ext cx="209214" cy="209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143A46-815A-49BF-9455-C0385022444F}">
      <dsp:nvSpPr>
        <dsp:cNvPr id="0" name=""/>
        <dsp:cNvSpPr/>
      </dsp:nvSpPr>
      <dsp:spPr>
        <a:xfrm>
          <a:off x="413292" y="746150"/>
          <a:ext cx="1905660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Foster collaborative growth</a:t>
          </a:r>
          <a:endParaRPr lang="en-US" sz="1200" b="0" kern="1200" dirty="0">
            <a:solidFill>
              <a:schemeClr val="accent1"/>
            </a:solidFill>
            <a:latin typeface="+mn-lt"/>
          </a:endParaRPr>
        </a:p>
      </dsp:txBody>
      <dsp:txXfrm>
        <a:off x="413292" y="746150"/>
        <a:ext cx="1905660" cy="1082649"/>
      </dsp:txXfrm>
    </dsp:sp>
    <dsp:sp modelId="{8E3FB235-DF38-476B-9A0E-B1E583D50944}">
      <dsp:nvSpPr>
        <dsp:cNvPr id="0" name=""/>
        <dsp:cNvSpPr/>
      </dsp:nvSpPr>
      <dsp:spPr>
        <a:xfrm>
          <a:off x="413292" y="365759"/>
          <a:ext cx="1905660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solidFill>
                <a:schemeClr val="tx2"/>
              </a:solidFill>
              <a:latin typeface="+mn-lt"/>
              <a:ea typeface="+mn-ea"/>
              <a:cs typeface="+mn-cs"/>
            </a:rPr>
            <a:t>Expand</a:t>
          </a:r>
        </a:p>
      </dsp:txBody>
      <dsp:txXfrm>
        <a:off x="413292" y="365759"/>
        <a:ext cx="1905660" cy="380390"/>
      </dsp:txXfrm>
    </dsp:sp>
    <dsp:sp modelId="{9AA05CE5-209F-4AD9-BE2C-2A69F76DA8F4}">
      <dsp:nvSpPr>
        <dsp:cNvPr id="0" name=""/>
        <dsp:cNvSpPr/>
      </dsp:nvSpPr>
      <dsp:spPr>
        <a:xfrm>
          <a:off x="193559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C94ECD-6415-4250-B4AD-F67BF5BECFB8}">
      <dsp:nvSpPr>
        <dsp:cNvPr id="0" name=""/>
        <dsp:cNvSpPr/>
      </dsp:nvSpPr>
      <dsp:spPr>
        <a:xfrm>
          <a:off x="157913" y="1794564"/>
          <a:ext cx="68470" cy="68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CAA11-0A87-4861-8B4E-913B1EAD1334}">
      <dsp:nvSpPr>
        <dsp:cNvPr id="0" name=""/>
        <dsp:cNvSpPr/>
      </dsp:nvSpPr>
      <dsp:spPr>
        <a:xfrm rot="18900000">
          <a:off x="1198480" y="2967156"/>
          <a:ext cx="268976" cy="26897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A1A837-F261-404B-A808-B2F4154CE8A2}">
      <dsp:nvSpPr>
        <dsp:cNvPr id="0" name=""/>
        <dsp:cNvSpPr/>
      </dsp:nvSpPr>
      <dsp:spPr>
        <a:xfrm>
          <a:off x="1228361" y="2997037"/>
          <a:ext cx="209214" cy="209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3F650-2E42-488A-AD4F-C4BD47D19A84}">
      <dsp:nvSpPr>
        <dsp:cNvPr id="0" name=""/>
        <dsp:cNvSpPr/>
      </dsp:nvSpPr>
      <dsp:spPr>
        <a:xfrm>
          <a:off x="1552702" y="1828800"/>
          <a:ext cx="1905660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0" bIns="7620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Ensure a tailored and user-focused experience</a:t>
          </a:r>
          <a:endParaRPr lang="en-US" sz="1200" b="0" kern="1200" dirty="0">
            <a:solidFill>
              <a:schemeClr val="accent1"/>
            </a:solidFill>
            <a:latin typeface="+mn-lt"/>
          </a:endParaRPr>
        </a:p>
      </dsp:txBody>
      <dsp:txXfrm>
        <a:off x="1552702" y="1828800"/>
        <a:ext cx="1905660" cy="1082649"/>
      </dsp:txXfrm>
    </dsp:sp>
    <dsp:sp modelId="{223C5207-4FA2-4A6C-8F43-20BD55767C99}">
      <dsp:nvSpPr>
        <dsp:cNvPr id="0" name=""/>
        <dsp:cNvSpPr/>
      </dsp:nvSpPr>
      <dsp:spPr>
        <a:xfrm>
          <a:off x="1552702" y="2911449"/>
          <a:ext cx="1905660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Enhance</a:t>
          </a:r>
        </a:p>
      </dsp:txBody>
      <dsp:txXfrm>
        <a:off x="1552702" y="2911449"/>
        <a:ext cx="1905660" cy="380390"/>
      </dsp:txXfrm>
    </dsp:sp>
    <dsp:sp modelId="{4FE5EB5D-4CEF-4D0D-9394-0534E61844BE}">
      <dsp:nvSpPr>
        <dsp:cNvPr id="0" name=""/>
        <dsp:cNvSpPr/>
      </dsp:nvSpPr>
      <dsp:spPr>
        <a:xfrm>
          <a:off x="1332969" y="1828800"/>
          <a:ext cx="0" cy="108264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4429FF-AAA3-4358-8C5F-1A7F29AA2B7B}">
      <dsp:nvSpPr>
        <dsp:cNvPr id="0" name=""/>
        <dsp:cNvSpPr/>
      </dsp:nvSpPr>
      <dsp:spPr>
        <a:xfrm>
          <a:off x="1297323" y="1794564"/>
          <a:ext cx="68470" cy="68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C82E90-F103-439C-8371-CFFB0927B9DE}">
      <dsp:nvSpPr>
        <dsp:cNvPr id="0" name=""/>
        <dsp:cNvSpPr/>
      </dsp:nvSpPr>
      <dsp:spPr>
        <a:xfrm rot="8100000">
          <a:off x="2337890" y="421466"/>
          <a:ext cx="268976" cy="268976"/>
        </a:xfrm>
        <a:prstGeom prst="teardrop">
          <a:avLst>
            <a:gd name="adj" fmla="val 11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19322-C1DD-47AE-92C0-13575134BC76}">
      <dsp:nvSpPr>
        <dsp:cNvPr id="0" name=""/>
        <dsp:cNvSpPr/>
      </dsp:nvSpPr>
      <dsp:spPr>
        <a:xfrm>
          <a:off x="2367771" y="451347"/>
          <a:ext cx="209214" cy="209214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DDA0FE-83E2-423C-9F13-58A61EB68487}">
      <dsp:nvSpPr>
        <dsp:cNvPr id="0" name=""/>
        <dsp:cNvSpPr/>
      </dsp:nvSpPr>
      <dsp:spPr>
        <a:xfrm>
          <a:off x="2675863" y="746150"/>
          <a:ext cx="1905660" cy="1082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76200" rIns="76200" bIns="11430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solidFill>
                <a:schemeClr val="accent1"/>
              </a:solidFill>
            </a:rPr>
            <a:t>Capitalize on emerging global markets</a:t>
          </a:r>
          <a:endParaRPr lang="en-US" sz="1200" b="0" kern="1200" dirty="0">
            <a:solidFill>
              <a:schemeClr val="accent1"/>
            </a:solidFill>
            <a:latin typeface="+mn-lt"/>
          </a:endParaRPr>
        </a:p>
      </dsp:txBody>
      <dsp:txXfrm>
        <a:off x="2675863" y="746150"/>
        <a:ext cx="1905660" cy="1082649"/>
      </dsp:txXfrm>
    </dsp:sp>
    <dsp:sp modelId="{2D6C7916-1130-46A8-833B-A6278CBD2192}">
      <dsp:nvSpPr>
        <dsp:cNvPr id="0" name=""/>
        <dsp:cNvSpPr/>
      </dsp:nvSpPr>
      <dsp:spPr>
        <a:xfrm>
          <a:off x="2675863" y="365759"/>
          <a:ext cx="1905660" cy="3803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8890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b="1" i="0" kern="1200" cap="none" spc="0" baseline="0" dirty="0">
              <a:solidFill>
                <a:srgbClr val="000000"/>
              </a:solidFill>
              <a:latin typeface="Century Gothic"/>
              <a:ea typeface="+mn-ea"/>
              <a:cs typeface="+mn-cs"/>
            </a:rPr>
            <a:t>Explore</a:t>
          </a:r>
        </a:p>
      </dsp:txBody>
      <dsp:txXfrm>
        <a:off x="2675863" y="365759"/>
        <a:ext cx="1905660" cy="380390"/>
      </dsp:txXfrm>
    </dsp:sp>
    <dsp:sp modelId="{4D953791-5C2F-4A75-A8F4-6ED7EAB5E015}">
      <dsp:nvSpPr>
        <dsp:cNvPr id="0" name=""/>
        <dsp:cNvSpPr/>
      </dsp:nvSpPr>
      <dsp:spPr>
        <a:xfrm>
          <a:off x="2472378" y="746150"/>
          <a:ext cx="0" cy="1082649"/>
        </a:xfrm>
        <a:prstGeom prst="line">
          <a:avLst/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2AD014-AFD0-4700-A468-4D562874339A}">
      <dsp:nvSpPr>
        <dsp:cNvPr id="0" name=""/>
        <dsp:cNvSpPr/>
      </dsp:nvSpPr>
      <dsp:spPr>
        <a:xfrm>
          <a:off x="2436733" y="1794564"/>
          <a:ext cx="68470" cy="68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10/26/2026</a:t>
            </a:fld>
            <a:endParaRPr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10/26/2026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96F01-7154-41E0-B48B-A6921757531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662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1FF676E6-2425-F67F-0EEC-8F749E8809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2A51F0-4EDD-D5BD-4420-626AF4E5B085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8FF9F6-4E70-E6C5-D80D-23D1CA6C2D50}"/>
              </a:ext>
            </a:extLst>
          </p:cNvPr>
          <p:cNvSpPr/>
          <p:nvPr userDrawn="1"/>
        </p:nvSpPr>
        <p:spPr>
          <a:xfrm rot="5400000">
            <a:off x="1393710" y="1892190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04F351-EFC7-94BF-D3DC-96B40AFD6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113" y="1345911"/>
            <a:ext cx="5562599" cy="4166177"/>
          </a:xfrm>
        </p:spPr>
        <p:txBody>
          <a:bodyPr anchor="ctr">
            <a:normAutofit/>
          </a:bodyPr>
          <a:lstStyle>
            <a:lvl1pPr algn="ctr">
              <a:defRPr sz="72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17F37F-F77E-B2B4-ED11-F009D168EC6B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3D5C16D-FA81-BAC7-0697-0DC6036320D4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E4D3F4-28B2-6053-807F-F0A3DC654A52}"/>
              </a:ext>
            </a:extLst>
          </p:cNvPr>
          <p:cNvCxnSpPr>
            <a:cxnSpLocks/>
          </p:cNvCxnSpPr>
          <p:nvPr userDrawn="1"/>
        </p:nvCxnSpPr>
        <p:spPr>
          <a:xfrm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37AC55E-9114-0424-F015-468AE208E11A}"/>
              </a:ext>
            </a:extLst>
          </p:cNvPr>
          <p:cNvCxnSpPr>
            <a:cxnSpLocks/>
          </p:cNvCxnSpPr>
          <p:nvPr userDrawn="1"/>
        </p:nvCxnSpPr>
        <p:spPr>
          <a:xfrm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6D70DED-121C-AA55-4D65-9A4BAC7C6AD8}"/>
              </a:ext>
            </a:extLst>
          </p:cNvPr>
          <p:cNvCxnSpPr/>
          <p:nvPr userDrawn="1"/>
        </p:nvCxnSpPr>
        <p:spPr>
          <a:xfrm>
            <a:off x="684212" y="0"/>
            <a:ext cx="0" cy="69342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BAC8F9-7E2E-E7EC-2481-CA1441D567F8}"/>
              </a:ext>
            </a:extLst>
          </p:cNvPr>
          <p:cNvCxnSpPr/>
          <p:nvPr userDrawn="1"/>
        </p:nvCxnSpPr>
        <p:spPr>
          <a:xfrm>
            <a:off x="11504613" y="-38100"/>
            <a:ext cx="0" cy="69342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C1510C2-44EE-C940-5D46-21C4892557A2}"/>
              </a:ext>
            </a:extLst>
          </p:cNvPr>
          <p:cNvSpPr/>
          <p:nvPr userDrawn="1"/>
        </p:nvSpPr>
        <p:spPr>
          <a:xfrm rot="16200000">
            <a:off x="2588417" y="456405"/>
            <a:ext cx="7010400" cy="6097590"/>
          </a:xfrm>
          <a:custGeom>
            <a:avLst/>
            <a:gdLst>
              <a:gd name="connsiteX0" fmla="*/ 6610424 w 6610424"/>
              <a:gd name="connsiteY0" fmla="*/ 3048796 h 6097590"/>
              <a:gd name="connsiteX1" fmla="*/ 3890772 w 6610424"/>
              <a:gd name="connsiteY1" fmla="*/ 6093623 h 6097590"/>
              <a:gd name="connsiteX2" fmla="*/ 3744554 w 6610424"/>
              <a:gd name="connsiteY2" fmla="*/ 6097555 h 6097590"/>
              <a:gd name="connsiteX3" fmla="*/ 3744554 w 6610424"/>
              <a:gd name="connsiteY3" fmla="*/ 6097590 h 6097590"/>
              <a:gd name="connsiteX4" fmla="*/ 3743227 w 6610424"/>
              <a:gd name="connsiteY4" fmla="*/ 6097590 h 6097590"/>
              <a:gd name="connsiteX5" fmla="*/ 0 w 6610424"/>
              <a:gd name="connsiteY5" fmla="*/ 6097589 h 6097590"/>
              <a:gd name="connsiteX6" fmla="*/ 0 w 6610424"/>
              <a:gd name="connsiteY6" fmla="*/ 0 h 6097590"/>
              <a:gd name="connsiteX7" fmla="*/ 3743228 w 6610424"/>
              <a:gd name="connsiteY7" fmla="*/ 1 h 6097590"/>
              <a:gd name="connsiteX8" fmla="*/ 3744555 w 6610424"/>
              <a:gd name="connsiteY8" fmla="*/ 1 h 6097590"/>
              <a:gd name="connsiteX9" fmla="*/ 3744555 w 6610424"/>
              <a:gd name="connsiteY9" fmla="*/ 36 h 6097590"/>
              <a:gd name="connsiteX10" fmla="*/ 3890773 w 6610424"/>
              <a:gd name="connsiteY10" fmla="*/ 3968 h 6097590"/>
              <a:gd name="connsiteX11" fmla="*/ 6610424 w 6610424"/>
              <a:gd name="connsiteY11" fmla="*/ 3048796 h 6097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610424" h="6097590">
                <a:moveTo>
                  <a:pt x="6610424" y="3048796"/>
                </a:moveTo>
                <a:cubicBezTo>
                  <a:pt x="6610424" y="4679979"/>
                  <a:pt x="5405713" y="6011968"/>
                  <a:pt x="3890772" y="6093623"/>
                </a:cubicBezTo>
                <a:lnTo>
                  <a:pt x="3744554" y="6097555"/>
                </a:lnTo>
                <a:lnTo>
                  <a:pt x="3744554" y="6097590"/>
                </a:lnTo>
                <a:lnTo>
                  <a:pt x="3743227" y="6097590"/>
                </a:lnTo>
                <a:lnTo>
                  <a:pt x="0" y="6097589"/>
                </a:lnTo>
                <a:lnTo>
                  <a:pt x="0" y="0"/>
                </a:lnTo>
                <a:lnTo>
                  <a:pt x="3743228" y="1"/>
                </a:lnTo>
                <a:lnTo>
                  <a:pt x="3744555" y="1"/>
                </a:lnTo>
                <a:lnTo>
                  <a:pt x="3744555" y="36"/>
                </a:lnTo>
                <a:lnTo>
                  <a:pt x="3890773" y="3968"/>
                </a:lnTo>
                <a:cubicBezTo>
                  <a:pt x="5405714" y="85624"/>
                  <a:pt x="6610425" y="1417612"/>
                  <a:pt x="6610424" y="3048796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6B6DC9-6EDA-8E62-10CA-A5D8F575D99C}"/>
              </a:ext>
            </a:extLst>
          </p:cNvPr>
          <p:cNvSpPr/>
          <p:nvPr userDrawn="1"/>
        </p:nvSpPr>
        <p:spPr>
          <a:xfrm rot="5400000">
            <a:off x="10564921" y="1892190"/>
            <a:ext cx="228600" cy="3073621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392C5BB-4C0A-FD2B-3AAF-4B66600606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13112" y="5562601"/>
            <a:ext cx="5562599" cy="129539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1035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person's face&#10;&#10;Description automatically generated">
            <a:extLst>
              <a:ext uri="{FF2B5EF4-FFF2-40B4-BE49-F238E27FC236}">
                <a16:creationId xmlns:a16="http://schemas.microsoft.com/office/drawing/2014/main" id="{998E10DA-9535-2CE7-12A4-77E2208E01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7BD2080-AB1F-7102-346E-BFA8CE0BAF44}"/>
              </a:ext>
            </a:extLst>
          </p:cNvPr>
          <p:cNvSpPr/>
          <p:nvPr userDrawn="1"/>
        </p:nvSpPr>
        <p:spPr>
          <a:xfrm>
            <a:off x="-1588" y="0"/>
            <a:ext cx="12217620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914400"/>
            <a:ext cx="5181600" cy="2514600"/>
          </a:xfrm>
        </p:spPr>
        <p:txBody>
          <a:bodyPr lIns="0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8D3D8D05-9BE1-F22A-0950-AA725685DE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31775" y="17527"/>
            <a:ext cx="3944303" cy="6822059"/>
          </a:xfrm>
          <a:custGeom>
            <a:avLst/>
            <a:gdLst>
              <a:gd name="connsiteX0" fmla="*/ 0 w 3944303"/>
              <a:gd name="connsiteY0" fmla="*/ 6402705 h 6822059"/>
              <a:gd name="connsiteX1" fmla="*/ 3944303 w 3944303"/>
              <a:gd name="connsiteY1" fmla="*/ 6402705 h 6822059"/>
              <a:gd name="connsiteX2" fmla="*/ 3944303 w 3944303"/>
              <a:gd name="connsiteY2" fmla="*/ 6822059 h 6822059"/>
              <a:gd name="connsiteX3" fmla="*/ 0 w 3944303"/>
              <a:gd name="connsiteY3" fmla="*/ 6822059 h 6822059"/>
              <a:gd name="connsiteX4" fmla="*/ 0 w 3944303"/>
              <a:gd name="connsiteY4" fmla="*/ 457200 h 6822059"/>
              <a:gd name="connsiteX5" fmla="*/ 3944303 w 3944303"/>
              <a:gd name="connsiteY5" fmla="*/ 457200 h 6822059"/>
              <a:gd name="connsiteX6" fmla="*/ 3944303 w 3944303"/>
              <a:gd name="connsiteY6" fmla="*/ 6366129 h 6822059"/>
              <a:gd name="connsiteX7" fmla="*/ 0 w 3944303"/>
              <a:gd name="connsiteY7" fmla="*/ 6366129 h 6822059"/>
              <a:gd name="connsiteX8" fmla="*/ 0 w 3944303"/>
              <a:gd name="connsiteY8" fmla="*/ 0 h 6822059"/>
              <a:gd name="connsiteX9" fmla="*/ 3944303 w 3944303"/>
              <a:gd name="connsiteY9" fmla="*/ 0 h 6822059"/>
              <a:gd name="connsiteX10" fmla="*/ 3944303 w 3944303"/>
              <a:gd name="connsiteY10" fmla="*/ 420624 h 6822059"/>
              <a:gd name="connsiteX11" fmla="*/ 0 w 3944303"/>
              <a:gd name="connsiteY11" fmla="*/ 420624 h 6822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944303" h="6822059">
                <a:moveTo>
                  <a:pt x="0" y="6402705"/>
                </a:moveTo>
                <a:lnTo>
                  <a:pt x="3944303" y="6402705"/>
                </a:lnTo>
                <a:lnTo>
                  <a:pt x="3944303" y="6822059"/>
                </a:lnTo>
                <a:lnTo>
                  <a:pt x="0" y="6822059"/>
                </a:lnTo>
                <a:close/>
                <a:moveTo>
                  <a:pt x="0" y="457200"/>
                </a:moveTo>
                <a:lnTo>
                  <a:pt x="3944303" y="457200"/>
                </a:lnTo>
                <a:lnTo>
                  <a:pt x="3944303" y="6366129"/>
                </a:lnTo>
                <a:lnTo>
                  <a:pt x="0" y="6366129"/>
                </a:lnTo>
                <a:close/>
                <a:moveTo>
                  <a:pt x="0" y="0"/>
                </a:moveTo>
                <a:lnTo>
                  <a:pt x="3944303" y="0"/>
                </a:lnTo>
                <a:lnTo>
                  <a:pt x="3944303" y="420624"/>
                </a:lnTo>
                <a:lnTo>
                  <a:pt x="0" y="4206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808" y="3657600"/>
            <a:ext cx="5181595" cy="2286000"/>
          </a:xfrm>
        </p:spPr>
        <p:txBody>
          <a:bodyPr lIns="0" anchor="t"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26645" indent="0">
              <a:lnSpc>
                <a:spcPct val="125000"/>
              </a:lnSpc>
              <a:buNone/>
              <a:defRPr sz="1600"/>
            </a:lvl2pPr>
            <a:lvl3pPr marL="853290" indent="0">
              <a:lnSpc>
                <a:spcPct val="125000"/>
              </a:lnSpc>
              <a:buNone/>
              <a:defRPr sz="1400"/>
            </a:lvl3pPr>
            <a:lvl4pPr marL="1279936" indent="0">
              <a:lnSpc>
                <a:spcPct val="125000"/>
              </a:lnSpc>
              <a:buNone/>
              <a:defRPr sz="1400"/>
            </a:lvl4pPr>
            <a:lvl5pPr marL="1706581" indent="0">
              <a:lnSpc>
                <a:spcPct val="125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98611" y="6400801"/>
            <a:ext cx="2261183" cy="320675"/>
          </a:xfrm>
        </p:spPr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26789" y="6400801"/>
            <a:ext cx="5897354" cy="320675"/>
          </a:xfrm>
        </p:spPr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F0E7C2-55D0-0101-27E8-8B50E1CC9127}"/>
              </a:ext>
            </a:extLst>
          </p:cNvPr>
          <p:cNvSpPr/>
          <p:nvPr userDrawn="1"/>
        </p:nvSpPr>
        <p:spPr>
          <a:xfrm>
            <a:off x="-1588" y="457200"/>
            <a:ext cx="11648687" cy="59436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89CAC83-CB67-27E0-8EA6-F6F6E5ED0A72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9B5987-80DF-3755-E667-EE2DB6CBE948}"/>
              </a:ext>
            </a:extLst>
          </p:cNvPr>
          <p:cNvSpPr/>
          <p:nvPr userDrawn="1"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203C55-C315-E7C9-EED2-083974459E49}"/>
              </a:ext>
            </a:extLst>
          </p:cNvPr>
          <p:cNvSpPr/>
          <p:nvPr userDrawn="1"/>
        </p:nvSpPr>
        <p:spPr>
          <a:xfrm>
            <a:off x="10534141" y="521208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A737DF-4AE3-6F7F-1733-661D65713695}"/>
              </a:ext>
            </a:extLst>
          </p:cNvPr>
          <p:cNvSpPr/>
          <p:nvPr userDrawn="1"/>
        </p:nvSpPr>
        <p:spPr>
          <a:xfrm>
            <a:off x="10542905" y="0"/>
            <a:ext cx="1645920" cy="164592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A0A398A-1AC9-796E-82A1-0C222945767B}"/>
              </a:ext>
            </a:extLst>
          </p:cNvPr>
          <p:cNvCxnSpPr>
            <a:cxnSpLocks/>
          </p:cNvCxnSpPr>
          <p:nvPr userDrawn="1"/>
        </p:nvCxnSpPr>
        <p:spPr>
          <a:xfrm>
            <a:off x="4189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pink sky&#10;&#10;Description automatically generated">
            <a:extLst>
              <a:ext uri="{FF2B5EF4-FFF2-40B4-BE49-F238E27FC236}">
                <a16:creationId xmlns:a16="http://schemas.microsoft.com/office/drawing/2014/main" id="{8802D68A-113C-2517-2CD9-13E53689A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E1447D-A85A-1FDD-A4EB-285B03340F5A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10800000">
            <a:off x="37941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FF5511-C846-7753-89F4-336271EB5ACE}"/>
              </a:ext>
            </a:extLst>
          </p:cNvPr>
          <p:cNvSpPr/>
          <p:nvPr userDrawn="1"/>
        </p:nvSpPr>
        <p:spPr>
          <a:xfrm rot="10800000">
            <a:off x="11580811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22F574C-CEE3-35B3-8823-3789F16B121E}"/>
              </a:ext>
            </a:extLst>
          </p:cNvPr>
          <p:cNvSpPr/>
          <p:nvPr userDrawn="1"/>
        </p:nvSpPr>
        <p:spPr>
          <a:xfrm>
            <a:off x="-77788" y="1413688"/>
            <a:ext cx="1371598" cy="4030625"/>
          </a:xfrm>
          <a:custGeom>
            <a:avLst/>
            <a:gdLst>
              <a:gd name="connsiteX0" fmla="*/ 0 w 1371598"/>
              <a:gd name="connsiteY0" fmla="*/ 0 h 4030625"/>
              <a:gd name="connsiteX1" fmla="*/ 85935 w 1371598"/>
              <a:gd name="connsiteY1" fmla="*/ 28331 h 4030625"/>
              <a:gd name="connsiteX2" fmla="*/ 1371598 w 1371598"/>
              <a:gd name="connsiteY2" fmla="*/ 2015312 h 4030625"/>
              <a:gd name="connsiteX3" fmla="*/ 85935 w 1371598"/>
              <a:gd name="connsiteY3" fmla="*/ 4002293 h 4030625"/>
              <a:gd name="connsiteX4" fmla="*/ 0 w 1371598"/>
              <a:gd name="connsiteY4" fmla="*/ 4030625 h 403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598" h="4030625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785D198-1D22-86F8-E96A-097BBAAC1A7A}"/>
              </a:ext>
            </a:extLst>
          </p:cNvPr>
          <p:cNvSpPr/>
          <p:nvPr userDrawn="1"/>
        </p:nvSpPr>
        <p:spPr>
          <a:xfrm rot="10800000">
            <a:off x="10895015" y="1413688"/>
            <a:ext cx="1371598" cy="4030625"/>
          </a:xfrm>
          <a:custGeom>
            <a:avLst/>
            <a:gdLst>
              <a:gd name="connsiteX0" fmla="*/ 0 w 1371598"/>
              <a:gd name="connsiteY0" fmla="*/ 0 h 4030625"/>
              <a:gd name="connsiteX1" fmla="*/ 85935 w 1371598"/>
              <a:gd name="connsiteY1" fmla="*/ 28331 h 4030625"/>
              <a:gd name="connsiteX2" fmla="*/ 1371598 w 1371598"/>
              <a:gd name="connsiteY2" fmla="*/ 2015312 h 4030625"/>
              <a:gd name="connsiteX3" fmla="*/ 85935 w 1371598"/>
              <a:gd name="connsiteY3" fmla="*/ 4002293 h 4030625"/>
              <a:gd name="connsiteX4" fmla="*/ 0 w 1371598"/>
              <a:gd name="connsiteY4" fmla="*/ 4030625 h 403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71598" h="4030625">
                <a:moveTo>
                  <a:pt x="0" y="0"/>
                </a:moveTo>
                <a:lnTo>
                  <a:pt x="85935" y="28331"/>
                </a:lnTo>
                <a:cubicBezTo>
                  <a:pt x="835174" y="318870"/>
                  <a:pt x="1371598" y="1098797"/>
                  <a:pt x="1371598" y="2015312"/>
                </a:cubicBezTo>
                <a:cubicBezTo>
                  <a:pt x="1371598" y="2931828"/>
                  <a:pt x="835174" y="3711754"/>
                  <a:pt x="85935" y="4002293"/>
                </a:cubicBezTo>
                <a:lnTo>
                  <a:pt x="0" y="4030625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C2E6B60-AE17-8497-E916-51A823F1906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429000"/>
            <a:ext cx="12938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7D34B1-6239-4039-3823-A32D4693CAE2}"/>
              </a:ext>
            </a:extLst>
          </p:cNvPr>
          <p:cNvCxnSpPr>
            <a:cxnSpLocks/>
          </p:cNvCxnSpPr>
          <p:nvPr userDrawn="1"/>
        </p:nvCxnSpPr>
        <p:spPr>
          <a:xfrm flipH="1">
            <a:off x="10895015" y="3429000"/>
            <a:ext cx="12938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F4492CE-9DFD-B642-74A0-499E933F80A5}"/>
              </a:ext>
            </a:extLst>
          </p:cNvPr>
          <p:cNvSpPr/>
          <p:nvPr userDrawn="1"/>
        </p:nvSpPr>
        <p:spPr>
          <a:xfrm>
            <a:off x="1307414" y="-76200"/>
            <a:ext cx="9573996" cy="6992620"/>
          </a:xfrm>
          <a:custGeom>
            <a:avLst/>
            <a:gdLst>
              <a:gd name="connsiteX0" fmla="*/ 1528240 w 9573996"/>
              <a:gd name="connsiteY0" fmla="*/ 0 h 6992620"/>
              <a:gd name="connsiteX1" fmla="*/ 8045757 w 9573996"/>
              <a:gd name="connsiteY1" fmla="*/ 0 h 6992620"/>
              <a:gd name="connsiteX2" fmla="*/ 8171917 w 9573996"/>
              <a:gd name="connsiteY2" fmla="*/ 120282 h 6992620"/>
              <a:gd name="connsiteX3" fmla="*/ 9573996 w 9573996"/>
              <a:gd name="connsiteY3" fmla="*/ 3505201 h 6992620"/>
              <a:gd name="connsiteX4" fmla="*/ 8171917 w 9573996"/>
              <a:gd name="connsiteY4" fmla="*/ 6890120 h 6992620"/>
              <a:gd name="connsiteX5" fmla="*/ 8064408 w 9573996"/>
              <a:gd name="connsiteY5" fmla="*/ 6992620 h 6992620"/>
              <a:gd name="connsiteX6" fmla="*/ 1509589 w 9573996"/>
              <a:gd name="connsiteY6" fmla="*/ 6992620 h 6992620"/>
              <a:gd name="connsiteX7" fmla="*/ 1402080 w 9573996"/>
              <a:gd name="connsiteY7" fmla="*/ 6890120 h 6992620"/>
              <a:gd name="connsiteX8" fmla="*/ 0 w 9573996"/>
              <a:gd name="connsiteY8" fmla="*/ 3505201 h 6992620"/>
              <a:gd name="connsiteX9" fmla="*/ 1402080 w 9573996"/>
              <a:gd name="connsiteY9" fmla="*/ 120282 h 6992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3996" h="6992620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64408" y="6992620"/>
                </a:lnTo>
                <a:lnTo>
                  <a:pt x="1509589" y="699262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AB6F497-1C9D-E66E-161A-8332537B3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155" y="533400"/>
            <a:ext cx="7750516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04B4570-973D-13F6-0C58-91F949284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54" y="2895600"/>
            <a:ext cx="7750516" cy="33528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58D04D42-191E-2227-2B1B-E138943283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7309" y="6400801"/>
            <a:ext cx="1828800" cy="32067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2B7CDE2-D55F-1AD0-2F10-D98D71BC2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86262" y="6400801"/>
            <a:ext cx="6216301" cy="320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77FEDA-BC46-FD22-190F-8841E18D6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226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Subtitl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and pink sky&#10;&#10;Description automatically generated">
            <a:extLst>
              <a:ext uri="{FF2B5EF4-FFF2-40B4-BE49-F238E27FC236}">
                <a16:creationId xmlns:a16="http://schemas.microsoft.com/office/drawing/2014/main" id="{3AEB6B8C-8E8E-75FA-B669-2932DD03E6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44B3B8-8580-71F1-DE35-7B8238C3FD59}"/>
              </a:ext>
            </a:extLst>
          </p:cNvPr>
          <p:cNvSpPr/>
          <p:nvPr userDrawn="1"/>
        </p:nvSpPr>
        <p:spPr>
          <a:xfrm>
            <a:off x="0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5807" y="400051"/>
            <a:ext cx="5637210" cy="2914649"/>
          </a:xfrm>
        </p:spPr>
        <p:txBody>
          <a:bodyPr anchor="b">
            <a:normAutofit/>
          </a:bodyPr>
          <a:lstStyle>
            <a:lvl1pPr algn="ctr">
              <a:defRPr sz="66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829EE-FAE8-4936-F0E9-40394A8845E9}"/>
              </a:ext>
            </a:extLst>
          </p:cNvPr>
          <p:cNvSpPr/>
          <p:nvPr userDrawn="1"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D069C4-A5BC-A62E-380C-731B8A5B4A0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75807" y="3543300"/>
            <a:ext cx="5637210" cy="2628899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1pPr>
            <a:lvl2pPr marL="426645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2pPr>
            <a:lvl3pPr marL="853290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3pPr>
            <a:lvl4pPr marL="1279936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4pPr>
            <a:lvl5pPr marL="1706581" indent="0" algn="ctr">
              <a:lnSpc>
                <a:spcPct val="125000"/>
              </a:lnSpc>
              <a:spcBef>
                <a:spcPts val="0"/>
              </a:spcBef>
              <a:buNone/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C4363C-0E28-4487-DD8D-4795AFEE365A}"/>
              </a:ext>
            </a:extLst>
          </p:cNvPr>
          <p:cNvGrpSpPr/>
          <p:nvPr userDrawn="1"/>
        </p:nvGrpSpPr>
        <p:grpSpPr>
          <a:xfrm>
            <a:off x="2140743" y="0"/>
            <a:ext cx="7907338" cy="6858000"/>
            <a:chOff x="2149474" y="0"/>
            <a:chExt cx="7907338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2C5A67C-1FE0-EFD7-3622-A0E27170112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149474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E395002-4D2E-B59C-FD8E-2BF0DAF6A7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056812" y="0"/>
              <a:ext cx="0" cy="685800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081E485-D397-61BC-2C0F-36FF7D5F70DE}"/>
              </a:ext>
            </a:extLst>
          </p:cNvPr>
          <p:cNvSpPr/>
          <p:nvPr userDrawn="1"/>
        </p:nvSpPr>
        <p:spPr>
          <a:xfrm>
            <a:off x="1307414" y="-76200"/>
            <a:ext cx="9573996" cy="7028180"/>
          </a:xfrm>
          <a:custGeom>
            <a:avLst/>
            <a:gdLst>
              <a:gd name="connsiteX0" fmla="*/ 1528240 w 9573996"/>
              <a:gd name="connsiteY0" fmla="*/ 0 h 7028180"/>
              <a:gd name="connsiteX1" fmla="*/ 8045757 w 9573996"/>
              <a:gd name="connsiteY1" fmla="*/ 0 h 7028180"/>
              <a:gd name="connsiteX2" fmla="*/ 8171917 w 9573996"/>
              <a:gd name="connsiteY2" fmla="*/ 120282 h 7028180"/>
              <a:gd name="connsiteX3" fmla="*/ 9573996 w 9573996"/>
              <a:gd name="connsiteY3" fmla="*/ 3505201 h 7028180"/>
              <a:gd name="connsiteX4" fmla="*/ 8171917 w 9573996"/>
              <a:gd name="connsiteY4" fmla="*/ 6890120 h 7028180"/>
              <a:gd name="connsiteX5" fmla="*/ 8027110 w 9573996"/>
              <a:gd name="connsiteY5" fmla="*/ 7028180 h 7028180"/>
              <a:gd name="connsiteX6" fmla="*/ 1546886 w 9573996"/>
              <a:gd name="connsiteY6" fmla="*/ 7028180 h 7028180"/>
              <a:gd name="connsiteX7" fmla="*/ 1402080 w 9573996"/>
              <a:gd name="connsiteY7" fmla="*/ 6890120 h 7028180"/>
              <a:gd name="connsiteX8" fmla="*/ 0 w 9573996"/>
              <a:gd name="connsiteY8" fmla="*/ 3505201 h 7028180"/>
              <a:gd name="connsiteX9" fmla="*/ 1402080 w 9573996"/>
              <a:gd name="connsiteY9" fmla="*/ 120282 h 7028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573996" h="7028180">
                <a:moveTo>
                  <a:pt x="1528240" y="0"/>
                </a:moveTo>
                <a:lnTo>
                  <a:pt x="8045757" y="0"/>
                </a:lnTo>
                <a:lnTo>
                  <a:pt x="8171917" y="120282"/>
                </a:lnTo>
                <a:cubicBezTo>
                  <a:pt x="9038193" y="986559"/>
                  <a:pt x="9573996" y="2183308"/>
                  <a:pt x="9573996" y="3505201"/>
                </a:cubicBezTo>
                <a:cubicBezTo>
                  <a:pt x="9573996" y="4827094"/>
                  <a:pt x="9038193" y="6023844"/>
                  <a:pt x="8171917" y="6890120"/>
                </a:cubicBezTo>
                <a:lnTo>
                  <a:pt x="8027110" y="7028180"/>
                </a:lnTo>
                <a:lnTo>
                  <a:pt x="1546886" y="7028180"/>
                </a:lnTo>
                <a:lnTo>
                  <a:pt x="1402080" y="6890120"/>
                </a:lnTo>
                <a:cubicBezTo>
                  <a:pt x="535803" y="6023844"/>
                  <a:pt x="0" y="4827094"/>
                  <a:pt x="0" y="3505201"/>
                </a:cubicBezTo>
                <a:cubicBezTo>
                  <a:pt x="0" y="2183308"/>
                  <a:pt x="535803" y="986559"/>
                  <a:pt x="1402080" y="120282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F90ACEC0-6BFA-2DA0-ED08-79C4EC859EB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117309" y="6400801"/>
            <a:ext cx="1828800" cy="32067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7ABA4AB-6D23-2D78-B42D-A7E80724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986262" y="6400801"/>
            <a:ext cx="6216301" cy="320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748AFBD6-B449-C601-9AB8-58707B05A1E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652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white and pink gradient&#10;&#10;Description automatically generated">
            <a:extLst>
              <a:ext uri="{FF2B5EF4-FFF2-40B4-BE49-F238E27FC236}">
                <a16:creationId xmlns:a16="http://schemas.microsoft.com/office/drawing/2014/main" id="{AFD3AE5C-5EE6-128A-599C-F64250BE3C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4A3112D-1CC4-8A63-2EF0-72CADC5F5182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CADB272-55CB-FE7D-174B-0351CF041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8" y="990600"/>
            <a:ext cx="4343392" cy="4715764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AF5B2CBB-3979-2A22-F797-B64A715A44B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1756" y="990600"/>
            <a:ext cx="3962387" cy="4715764"/>
          </a:xfrm>
        </p:spPr>
        <p:txBody>
          <a:bodyPr anchor="ctr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2AE610D-4CF6-FA56-B72E-DB9027EB9A95}"/>
              </a:ext>
            </a:extLst>
          </p:cNvPr>
          <p:cNvCxnSpPr>
            <a:cxnSpLocks/>
          </p:cNvCxnSpPr>
          <p:nvPr userDrawn="1"/>
        </p:nvCxnSpPr>
        <p:spPr>
          <a:xfrm>
            <a:off x="1141412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7A26EB3-62BA-B7F9-D731-A7BACBB53EB5}"/>
              </a:ext>
            </a:extLst>
          </p:cNvPr>
          <p:cNvSpPr/>
          <p:nvPr userDrawn="1"/>
        </p:nvSpPr>
        <p:spPr>
          <a:xfrm>
            <a:off x="-1588" y="457200"/>
            <a:ext cx="11648687" cy="59436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A5A68F0-4988-52DC-8A0D-E776BFE86A27}"/>
              </a:ext>
            </a:extLst>
          </p:cNvPr>
          <p:cNvSpPr/>
          <p:nvPr userDrawn="1"/>
        </p:nvSpPr>
        <p:spPr>
          <a:xfrm>
            <a:off x="0" y="0"/>
            <a:ext cx="12188825" cy="685800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7A0378-FB31-B667-C592-D038F6A702A4}"/>
              </a:ext>
            </a:extLst>
          </p:cNvPr>
          <p:cNvSpPr/>
          <p:nvPr userDrawn="1"/>
        </p:nvSpPr>
        <p:spPr>
          <a:xfrm>
            <a:off x="349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C606A95-3B8A-55B0-D0DB-19A40402FF9E}"/>
              </a:ext>
            </a:extLst>
          </p:cNvPr>
          <p:cNvSpPr/>
          <p:nvPr userDrawn="1"/>
        </p:nvSpPr>
        <p:spPr>
          <a:xfrm>
            <a:off x="10940044" y="2156118"/>
            <a:ext cx="1373186" cy="2545766"/>
          </a:xfrm>
          <a:custGeom>
            <a:avLst/>
            <a:gdLst>
              <a:gd name="connsiteX0" fmla="*/ 1272884 w 1373186"/>
              <a:gd name="connsiteY0" fmla="*/ 0 h 2545766"/>
              <a:gd name="connsiteX1" fmla="*/ 1373186 w 1373186"/>
              <a:gd name="connsiteY1" fmla="*/ 5065 h 2545766"/>
              <a:gd name="connsiteX2" fmla="*/ 1373186 w 1373186"/>
              <a:gd name="connsiteY2" fmla="*/ 2540701 h 2545766"/>
              <a:gd name="connsiteX3" fmla="*/ 1272884 w 1373186"/>
              <a:gd name="connsiteY3" fmla="*/ 2545766 h 2545766"/>
              <a:gd name="connsiteX4" fmla="*/ 0 w 1373186"/>
              <a:gd name="connsiteY4" fmla="*/ 1272883 h 2545766"/>
              <a:gd name="connsiteX5" fmla="*/ 1272884 w 1373186"/>
              <a:gd name="connsiteY5" fmla="*/ 0 h 2545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73186" h="2545766">
                <a:moveTo>
                  <a:pt x="1272884" y="0"/>
                </a:moveTo>
                <a:lnTo>
                  <a:pt x="1373186" y="5065"/>
                </a:lnTo>
                <a:lnTo>
                  <a:pt x="1373186" y="2540701"/>
                </a:lnTo>
                <a:lnTo>
                  <a:pt x="1272884" y="2545766"/>
                </a:lnTo>
                <a:cubicBezTo>
                  <a:pt x="569890" y="2545766"/>
                  <a:pt x="0" y="1975877"/>
                  <a:pt x="0" y="1272883"/>
                </a:cubicBezTo>
                <a:cubicBezTo>
                  <a:pt x="0" y="569889"/>
                  <a:pt x="569890" y="0"/>
                  <a:pt x="1272884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1B804C-E94C-3C9E-FE43-6B499E74BD7E}"/>
              </a:ext>
            </a:extLst>
          </p:cNvPr>
          <p:cNvSpPr/>
          <p:nvPr userDrawn="1"/>
        </p:nvSpPr>
        <p:spPr>
          <a:xfrm rot="16200000" flipH="1">
            <a:off x="11450135" y="2804611"/>
            <a:ext cx="228600" cy="1248782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57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E8A8B540-69F8-F41E-F63E-7655219512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116D86-F5C8-781F-E058-31A29562AFBB}"/>
              </a:ext>
            </a:extLst>
          </p:cNvPr>
          <p:cNvSpPr/>
          <p:nvPr userDrawn="1"/>
        </p:nvSpPr>
        <p:spPr>
          <a:xfrm>
            <a:off x="-64" y="0"/>
            <a:ext cx="12188952" cy="6858000"/>
          </a:xfrm>
          <a:prstGeom prst="rect">
            <a:avLst/>
          </a:prstGeom>
          <a:solidFill>
            <a:schemeClr val="bg1"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612902"/>
            <a:ext cx="5562599" cy="3632196"/>
          </a:xfrm>
        </p:spPr>
        <p:txBody>
          <a:bodyPr anchor="ctr">
            <a:normAutofit/>
          </a:bodyPr>
          <a:lstStyle>
            <a:lvl1pPr algn="ctr">
              <a:defRPr sz="66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E7C6DB-C998-DD1E-38ED-E0BE6C1E2E0C}"/>
              </a:ext>
            </a:extLst>
          </p:cNvPr>
          <p:cNvSpPr/>
          <p:nvPr userDrawn="1"/>
        </p:nvSpPr>
        <p:spPr>
          <a:xfrm>
            <a:off x="3046412" y="381000"/>
            <a:ext cx="6096000" cy="60960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A65168-DB7F-A8BD-1D2A-287AF1AA6DF5}"/>
              </a:ext>
            </a:extLst>
          </p:cNvPr>
          <p:cNvCxnSpPr>
            <a:cxnSpLocks/>
          </p:cNvCxnSpPr>
          <p:nvPr userDrawn="1"/>
        </p:nvCxnSpPr>
        <p:spPr>
          <a:xfrm>
            <a:off x="0" y="132065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3D61883-92E2-1B00-77ED-EA1A2A204BA5}"/>
              </a:ext>
            </a:extLst>
          </p:cNvPr>
          <p:cNvCxnSpPr>
            <a:cxnSpLocks/>
          </p:cNvCxnSpPr>
          <p:nvPr userDrawn="1"/>
        </p:nvCxnSpPr>
        <p:spPr>
          <a:xfrm>
            <a:off x="0" y="5537345"/>
            <a:ext cx="12188824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A7359CE-3521-B84A-F5F9-81097247776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77790" y="1320650"/>
            <a:ext cx="3124198" cy="4216690"/>
          </a:xfrm>
          <a:custGeom>
            <a:avLst/>
            <a:gdLst>
              <a:gd name="connsiteX0" fmla="*/ 879796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879796 w 3124198"/>
              <a:gd name="connsiteY10" fmla="*/ 4216690 h 4216690"/>
              <a:gd name="connsiteX11" fmla="*/ 0 w 3124198"/>
              <a:gd name="connsiteY11" fmla="*/ 0 h 4216690"/>
              <a:gd name="connsiteX12" fmla="*/ 651196 w 3124198"/>
              <a:gd name="connsiteY12" fmla="*/ 0 h 4216690"/>
              <a:gd name="connsiteX13" fmla="*/ 651196 w 3124198"/>
              <a:gd name="connsiteY13" fmla="*/ 4216690 h 4216690"/>
              <a:gd name="connsiteX14" fmla="*/ 0 w 3124198"/>
              <a:gd name="connsiteY14" fmla="*/ 421669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24198" h="4216690">
                <a:moveTo>
                  <a:pt x="879796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879796" y="4216690"/>
                </a:lnTo>
                <a:close/>
                <a:moveTo>
                  <a:pt x="0" y="0"/>
                </a:moveTo>
                <a:lnTo>
                  <a:pt x="651196" y="0"/>
                </a:lnTo>
                <a:lnTo>
                  <a:pt x="651196" y="4216690"/>
                </a:lnTo>
                <a:lnTo>
                  <a:pt x="0" y="421669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229D6EC-ACFF-1BB5-B5F2-348BF7C4894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2411" y="1339705"/>
            <a:ext cx="3124198" cy="4216690"/>
          </a:xfrm>
          <a:custGeom>
            <a:avLst/>
            <a:gdLst>
              <a:gd name="connsiteX0" fmla="*/ 2476500 w 3124198"/>
              <a:gd name="connsiteY0" fmla="*/ 0 h 4216690"/>
              <a:gd name="connsiteX1" fmla="*/ 3124198 w 3124198"/>
              <a:gd name="connsiteY1" fmla="*/ 0 h 4216690"/>
              <a:gd name="connsiteX2" fmla="*/ 3124198 w 3124198"/>
              <a:gd name="connsiteY2" fmla="*/ 4216690 h 4216690"/>
              <a:gd name="connsiteX3" fmla="*/ 2476500 w 3124198"/>
              <a:gd name="connsiteY3" fmla="*/ 4216690 h 4216690"/>
              <a:gd name="connsiteX4" fmla="*/ 1933013 w 3124198"/>
              <a:gd name="connsiteY4" fmla="*/ 0 h 4216690"/>
              <a:gd name="connsiteX5" fmla="*/ 1933908 w 3124198"/>
              <a:gd name="connsiteY5" fmla="*/ 0 h 4216690"/>
              <a:gd name="connsiteX6" fmla="*/ 2247900 w 3124198"/>
              <a:gd name="connsiteY6" fmla="*/ 0 h 4216690"/>
              <a:gd name="connsiteX7" fmla="*/ 2247900 w 3124198"/>
              <a:gd name="connsiteY7" fmla="*/ 4216690 h 4216690"/>
              <a:gd name="connsiteX8" fmla="*/ 1933908 w 3124198"/>
              <a:gd name="connsiteY8" fmla="*/ 4216690 h 4216690"/>
              <a:gd name="connsiteX9" fmla="*/ 1933013 w 3124198"/>
              <a:gd name="connsiteY9" fmla="*/ 4216690 h 4216690"/>
              <a:gd name="connsiteX10" fmla="*/ 1933013 w 3124198"/>
              <a:gd name="connsiteY10" fmla="*/ 4216665 h 4216690"/>
              <a:gd name="connsiteX11" fmla="*/ 1834390 w 3124198"/>
              <a:gd name="connsiteY11" fmla="*/ 4213946 h 4216690"/>
              <a:gd name="connsiteX12" fmla="*/ 0 w 3124198"/>
              <a:gd name="connsiteY12" fmla="*/ 2108345 h 4216690"/>
              <a:gd name="connsiteX13" fmla="*/ 1834390 w 3124198"/>
              <a:gd name="connsiteY13" fmla="*/ 2743 h 4216690"/>
              <a:gd name="connsiteX14" fmla="*/ 1933013 w 3124198"/>
              <a:gd name="connsiteY14" fmla="*/ 24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24198" h="4216690">
                <a:moveTo>
                  <a:pt x="2476500" y="0"/>
                </a:moveTo>
                <a:lnTo>
                  <a:pt x="3124198" y="0"/>
                </a:lnTo>
                <a:lnTo>
                  <a:pt x="3124198" y="4216690"/>
                </a:lnTo>
                <a:lnTo>
                  <a:pt x="2476500" y="4216690"/>
                </a:lnTo>
                <a:close/>
                <a:moveTo>
                  <a:pt x="1933013" y="0"/>
                </a:moveTo>
                <a:lnTo>
                  <a:pt x="1933908" y="0"/>
                </a:lnTo>
                <a:lnTo>
                  <a:pt x="2247900" y="0"/>
                </a:lnTo>
                <a:lnTo>
                  <a:pt x="2247900" y="4216690"/>
                </a:lnTo>
                <a:lnTo>
                  <a:pt x="1933908" y="4216690"/>
                </a:lnTo>
                <a:lnTo>
                  <a:pt x="1933013" y="4216690"/>
                </a:lnTo>
                <a:lnTo>
                  <a:pt x="1933013" y="4216665"/>
                </a:lnTo>
                <a:lnTo>
                  <a:pt x="1834390" y="4213946"/>
                </a:lnTo>
                <a:cubicBezTo>
                  <a:pt x="812571" y="4157479"/>
                  <a:pt x="0" y="3236364"/>
                  <a:pt x="0" y="2108345"/>
                </a:cubicBezTo>
                <a:cubicBezTo>
                  <a:pt x="0" y="980326"/>
                  <a:pt x="812571" y="59211"/>
                  <a:pt x="1834390" y="2743"/>
                </a:cubicBezTo>
                <a:lnTo>
                  <a:pt x="1933013" y="2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3AE912-484D-5F4B-778B-3474F5CDC1E7}"/>
              </a:ext>
            </a:extLst>
          </p:cNvPr>
          <p:cNvSpPr/>
          <p:nvPr userDrawn="1"/>
        </p:nvSpPr>
        <p:spPr>
          <a:xfrm rot="10800000">
            <a:off x="11390311" y="-1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5ED4CE-ACD4-3D61-33D8-3FDC92555E76}"/>
              </a:ext>
            </a:extLst>
          </p:cNvPr>
          <p:cNvSpPr/>
          <p:nvPr userDrawn="1"/>
        </p:nvSpPr>
        <p:spPr>
          <a:xfrm rot="10800000">
            <a:off x="573406" y="-2"/>
            <a:ext cx="228600" cy="685799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lose-up of a person's face&#10;&#10;Description automatically generated">
            <a:extLst>
              <a:ext uri="{FF2B5EF4-FFF2-40B4-BE49-F238E27FC236}">
                <a16:creationId xmlns:a16="http://schemas.microsoft.com/office/drawing/2014/main" id="{3197F591-1277-E834-A693-1798788DC7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B813A62-751A-F465-5589-2D1D42FA9D1B}"/>
              </a:ext>
            </a:extLst>
          </p:cNvPr>
          <p:cNvSpPr/>
          <p:nvPr userDrawn="1"/>
        </p:nvSpPr>
        <p:spPr>
          <a:xfrm>
            <a:off x="1372" y="-19050"/>
            <a:ext cx="1218608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DB31A-303D-1176-2A3C-ED553B54051E}"/>
              </a:ext>
            </a:extLst>
          </p:cNvPr>
          <p:cNvSpPr/>
          <p:nvPr userDrawn="1"/>
        </p:nvSpPr>
        <p:spPr>
          <a:xfrm>
            <a:off x="4397984" y="1828797"/>
            <a:ext cx="64159" cy="50672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BC030E-3C3A-ED00-5BC0-ADF1A8DA1CB8}"/>
              </a:ext>
            </a:extLst>
          </p:cNvPr>
          <p:cNvCxnSpPr>
            <a:cxnSpLocks/>
          </p:cNvCxnSpPr>
          <p:nvPr userDrawn="1"/>
        </p:nvCxnSpPr>
        <p:spPr>
          <a:xfrm>
            <a:off x="4436670" y="0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E9A07C8-DE4C-EC57-93F9-CA4D7DE0CACF}"/>
              </a:ext>
            </a:extLst>
          </p:cNvPr>
          <p:cNvCxnSpPr>
            <a:cxnSpLocks/>
          </p:cNvCxnSpPr>
          <p:nvPr userDrawn="1"/>
        </p:nvCxnSpPr>
        <p:spPr>
          <a:xfrm>
            <a:off x="248564" y="1834387"/>
            <a:ext cx="4169664" cy="1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3B755DB-0B30-E551-8B59-B47FB56001CF}"/>
              </a:ext>
            </a:extLst>
          </p:cNvPr>
          <p:cNvSpPr/>
          <p:nvPr userDrawn="1"/>
        </p:nvSpPr>
        <p:spPr>
          <a:xfrm rot="16200000">
            <a:off x="-1101807" y="1328818"/>
            <a:ext cx="6874329" cy="4216690"/>
          </a:xfrm>
          <a:custGeom>
            <a:avLst/>
            <a:gdLst>
              <a:gd name="connsiteX0" fmla="*/ 0 w 12188825"/>
              <a:gd name="connsiteY0" fmla="*/ 0 h 6858000"/>
              <a:gd name="connsiteX1" fmla="*/ 8759825 w 12188825"/>
              <a:gd name="connsiteY1" fmla="*/ 0 h 6858000"/>
              <a:gd name="connsiteX2" fmla="*/ 8761412 w 12188825"/>
              <a:gd name="connsiteY2" fmla="*/ 0 h 6858000"/>
              <a:gd name="connsiteX3" fmla="*/ 8761412 w 12188825"/>
              <a:gd name="connsiteY3" fmla="*/ 40 h 6858000"/>
              <a:gd name="connsiteX4" fmla="*/ 8936281 w 12188825"/>
              <a:gd name="connsiteY4" fmla="*/ 4462 h 6858000"/>
              <a:gd name="connsiteX5" fmla="*/ 12188825 w 12188825"/>
              <a:gd name="connsiteY5" fmla="*/ 3429000 h 6858000"/>
              <a:gd name="connsiteX6" fmla="*/ 8936281 w 12188825"/>
              <a:gd name="connsiteY6" fmla="*/ 6853538 h 6858000"/>
              <a:gd name="connsiteX7" fmla="*/ 8761412 w 12188825"/>
              <a:gd name="connsiteY7" fmla="*/ 6857960 h 6858000"/>
              <a:gd name="connsiteX8" fmla="*/ 8761412 w 12188825"/>
              <a:gd name="connsiteY8" fmla="*/ 6858000 h 6858000"/>
              <a:gd name="connsiteX9" fmla="*/ 8759825 w 12188825"/>
              <a:gd name="connsiteY9" fmla="*/ 6858000 h 6858000"/>
              <a:gd name="connsiteX10" fmla="*/ 0 w 12188825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88825" h="6858000">
                <a:moveTo>
                  <a:pt x="0" y="0"/>
                </a:moveTo>
                <a:lnTo>
                  <a:pt x="8759825" y="0"/>
                </a:lnTo>
                <a:lnTo>
                  <a:pt x="8761412" y="0"/>
                </a:lnTo>
                <a:lnTo>
                  <a:pt x="8761412" y="40"/>
                </a:lnTo>
                <a:lnTo>
                  <a:pt x="8936281" y="4462"/>
                </a:lnTo>
                <a:cubicBezTo>
                  <a:pt x="10748061" y="96301"/>
                  <a:pt x="12188825" y="1594397"/>
                  <a:pt x="12188825" y="3429000"/>
                </a:cubicBezTo>
                <a:cubicBezTo>
                  <a:pt x="12188825" y="5263603"/>
                  <a:pt x="10748061" y="6761699"/>
                  <a:pt x="8936281" y="6853538"/>
                </a:cubicBezTo>
                <a:lnTo>
                  <a:pt x="8761412" y="6857960"/>
                </a:lnTo>
                <a:lnTo>
                  <a:pt x="8761412" y="6858000"/>
                </a:lnTo>
                <a:lnTo>
                  <a:pt x="8759825" y="6858000"/>
                </a:lnTo>
                <a:lnTo>
                  <a:pt x="0" y="685800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52BA4D-F6EC-C802-C7FF-9C909C511505}"/>
              </a:ext>
            </a:extLst>
          </p:cNvPr>
          <p:cNvSpPr/>
          <p:nvPr userDrawn="1"/>
        </p:nvSpPr>
        <p:spPr>
          <a:xfrm>
            <a:off x="1417442" y="-1"/>
            <a:ext cx="1828799" cy="1828799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5B3B078-AE9F-CEF2-C250-C1FBCF42D4AE}"/>
              </a:ext>
            </a:extLst>
          </p:cNvPr>
          <p:cNvCxnSpPr>
            <a:cxnSpLocks/>
          </p:cNvCxnSpPr>
          <p:nvPr userDrawn="1"/>
        </p:nvCxnSpPr>
        <p:spPr>
          <a:xfrm>
            <a:off x="227012" y="-2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56A5067-7143-C2F4-3CD3-979AC6FEB1EC}"/>
              </a:ext>
            </a:extLst>
          </p:cNvPr>
          <p:cNvSpPr/>
          <p:nvPr userDrawn="1"/>
        </p:nvSpPr>
        <p:spPr>
          <a:xfrm>
            <a:off x="11957482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169078-4142-7AE3-6DC9-9BEC3EF5F43E}"/>
              </a:ext>
            </a:extLst>
          </p:cNvPr>
          <p:cNvCxnSpPr>
            <a:stCxn id="15" idx="0"/>
            <a:endCxn id="15" idx="4"/>
          </p:cNvCxnSpPr>
          <p:nvPr userDrawn="1"/>
        </p:nvCxnSpPr>
        <p:spPr>
          <a:xfrm>
            <a:off x="2331842" y="-1"/>
            <a:ext cx="0" cy="1828799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CA28627E-5CEF-13DD-6955-6D64856EF624}"/>
              </a:ext>
            </a:extLst>
          </p:cNvPr>
          <p:cNvSpPr/>
          <p:nvPr userDrawn="1"/>
        </p:nvSpPr>
        <p:spPr>
          <a:xfrm>
            <a:off x="-12796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CB1DB1-FB57-DFC8-F190-D2AAD4A0936B}"/>
              </a:ext>
            </a:extLst>
          </p:cNvPr>
          <p:cNvSpPr/>
          <p:nvPr userDrawn="1"/>
        </p:nvSpPr>
        <p:spPr>
          <a:xfrm>
            <a:off x="4437785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0011D01-9DEA-F1B0-2E06-A440FD111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944" y="533400"/>
            <a:ext cx="6692772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4A4D4E2-7C46-84C0-C0B4-C32348A2E6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48564" y="1851656"/>
            <a:ext cx="4148048" cy="500634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1946" y="3048000"/>
            <a:ext cx="6679975" cy="33528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83DC07-5BCE-8496-87CB-198D5AB2406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3F7C2-E7BD-3163-0706-E2417751722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971946" y="6400801"/>
            <a:ext cx="6216301" cy="32067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FF31A8-379D-8648-3CFE-E716041D45E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544403" y="6400801"/>
            <a:ext cx="1107518" cy="320675"/>
          </a:xfrm>
        </p:spPr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88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pink and blue gradient&#10;&#10;Description automatically generated">
            <a:extLst>
              <a:ext uri="{FF2B5EF4-FFF2-40B4-BE49-F238E27FC236}">
                <a16:creationId xmlns:a16="http://schemas.microsoft.com/office/drawing/2014/main" id="{360E92AE-B631-40E4-A120-4A67BCD643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9E6C384-7FF2-1326-12EF-10A704BFB0A0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5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13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F0E4B6A-4816-9628-11B5-C42E36C41D91}"/>
              </a:ext>
            </a:extLst>
          </p:cNvPr>
          <p:cNvSpPr/>
          <p:nvPr userDrawn="1"/>
        </p:nvSpPr>
        <p:spPr>
          <a:xfrm>
            <a:off x="-87028" y="2552700"/>
            <a:ext cx="923640" cy="1752600"/>
          </a:xfrm>
          <a:custGeom>
            <a:avLst/>
            <a:gdLst>
              <a:gd name="connsiteX0" fmla="*/ 47340 w 923640"/>
              <a:gd name="connsiteY0" fmla="*/ 0 h 1752600"/>
              <a:gd name="connsiteX1" fmla="*/ 923640 w 923640"/>
              <a:gd name="connsiteY1" fmla="*/ 876300 h 1752600"/>
              <a:gd name="connsiteX2" fmla="*/ 47340 w 923640"/>
              <a:gd name="connsiteY2" fmla="*/ 1752600 h 1752600"/>
              <a:gd name="connsiteX3" fmla="*/ 0 w 923640"/>
              <a:gd name="connsiteY3" fmla="*/ 1747828 h 1752600"/>
              <a:gd name="connsiteX4" fmla="*/ 0 w 923640"/>
              <a:gd name="connsiteY4" fmla="*/ 4772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23640" h="1752600">
                <a:moveTo>
                  <a:pt x="47340" y="0"/>
                </a:moveTo>
                <a:cubicBezTo>
                  <a:pt x="531307" y="0"/>
                  <a:pt x="923640" y="392333"/>
                  <a:pt x="923640" y="876300"/>
                </a:cubicBezTo>
                <a:cubicBezTo>
                  <a:pt x="923640" y="1360267"/>
                  <a:pt x="531307" y="1752600"/>
                  <a:pt x="47340" y="1752600"/>
                </a:cubicBezTo>
                <a:lnTo>
                  <a:pt x="0" y="1747828"/>
                </a:lnTo>
                <a:lnTo>
                  <a:pt x="0" y="4772"/>
                </a:ln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304005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95BD65D-46F2-D44C-1D6F-FF72FEA2F6F9}"/>
              </a:ext>
            </a:extLst>
          </p:cNvPr>
          <p:cNvSpPr/>
          <p:nvPr userDrawn="1"/>
        </p:nvSpPr>
        <p:spPr>
          <a:xfrm flipH="1">
            <a:off x="11352212" y="2552700"/>
            <a:ext cx="923640" cy="1752600"/>
          </a:xfrm>
          <a:custGeom>
            <a:avLst/>
            <a:gdLst>
              <a:gd name="connsiteX0" fmla="*/ 47340 w 923640"/>
              <a:gd name="connsiteY0" fmla="*/ 0 h 1752600"/>
              <a:gd name="connsiteX1" fmla="*/ 0 w 923640"/>
              <a:gd name="connsiteY1" fmla="*/ 4772 h 1752600"/>
              <a:gd name="connsiteX2" fmla="*/ 0 w 923640"/>
              <a:gd name="connsiteY2" fmla="*/ 1747828 h 1752600"/>
              <a:gd name="connsiteX3" fmla="*/ 47340 w 923640"/>
              <a:gd name="connsiteY3" fmla="*/ 1752600 h 1752600"/>
              <a:gd name="connsiteX4" fmla="*/ 923640 w 923640"/>
              <a:gd name="connsiteY4" fmla="*/ 876300 h 1752600"/>
              <a:gd name="connsiteX5" fmla="*/ 47340 w 923640"/>
              <a:gd name="connsiteY5" fmla="*/ 0 h 175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3640" h="1752600">
                <a:moveTo>
                  <a:pt x="47340" y="0"/>
                </a:moveTo>
                <a:lnTo>
                  <a:pt x="0" y="4772"/>
                </a:lnTo>
                <a:lnTo>
                  <a:pt x="0" y="1747828"/>
                </a:lnTo>
                <a:lnTo>
                  <a:pt x="47340" y="1752600"/>
                </a:lnTo>
                <a:cubicBezTo>
                  <a:pt x="531307" y="1752600"/>
                  <a:pt x="923640" y="1360267"/>
                  <a:pt x="923640" y="876300"/>
                </a:cubicBezTo>
                <a:cubicBezTo>
                  <a:pt x="923640" y="392333"/>
                  <a:pt x="531307" y="0"/>
                  <a:pt x="47340" y="0"/>
                </a:cubicBezTo>
                <a:close/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656219" y="3010695"/>
            <a:ext cx="228600" cy="8366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EF488FC-CF1D-66BE-CF0A-C00421439338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86141" y="304800"/>
            <a:ext cx="10816542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685" y="1962146"/>
            <a:ext cx="4761153" cy="4210054"/>
          </a:xfrm>
        </p:spPr>
        <p:txBody>
          <a:bodyPr>
            <a:normAutofit/>
          </a:bodyPr>
          <a:lstStyle>
            <a:lvl1pPr>
              <a:lnSpc>
                <a:spcPct val="125000"/>
              </a:lnSpc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>
              <a:lnSpc>
                <a:spcPct val="125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>
              <a:lnSpc>
                <a:spcPct val="125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990" y="1962146"/>
            <a:ext cx="4761153" cy="4210054"/>
          </a:xfrm>
        </p:spPr>
        <p:txBody>
          <a:bodyPr>
            <a:normAutofit/>
          </a:bodyPr>
          <a:lstStyle>
            <a:lvl1pPr indent="-304747" algn="l" defTabSz="1218987" rtl="0" eaLnBrk="1" latinLnBrk="0" hangingPunct="1">
              <a:lnSpc>
                <a:spcPct val="125000"/>
              </a:lnSpc>
              <a:buSzPct val="100000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Char char="•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and pink sky&#10;&#10;Description automatically generated">
            <a:extLst>
              <a:ext uri="{FF2B5EF4-FFF2-40B4-BE49-F238E27FC236}">
                <a16:creationId xmlns:a16="http://schemas.microsoft.com/office/drawing/2014/main" id="{0C2BC05D-EC60-D86D-C5CC-F3D4B55F14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E03F2A6-DEC2-394A-3044-2032CF60B5AD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4800BB6-9A67-E776-4697-AD16A57E2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16543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90685" y="1981199"/>
            <a:ext cx="4761153" cy="4343403"/>
          </a:xfrm>
        </p:spPr>
        <p:txBody>
          <a:bodyPr>
            <a:normAutofit/>
          </a:bodyPr>
          <a:lstStyle>
            <a:lvl1pPr marL="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26645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3290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79936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06581" indent="0" algn="l" defTabSz="1218987" rtl="0" eaLnBrk="1" latinLnBrk="0" hangingPunct="1">
              <a:lnSpc>
                <a:spcPct val="125000"/>
              </a:lnSpc>
              <a:buSzPct val="100000"/>
              <a:buFont typeface="Arial" panose="020B0604020202020204" pitchFamily="34" charset="0"/>
              <a:buNone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99AF5368-6359-DE88-48EA-377AD855CA68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236987" y="1981200"/>
            <a:ext cx="4886324" cy="434340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D7651CB-E3BE-44F2-AB93-2F2B890E8D48}"/>
              </a:ext>
            </a:extLst>
          </p:cNvPr>
          <p:cNvCxnSpPr/>
          <p:nvPr userDrawn="1"/>
        </p:nvCxnSpPr>
        <p:spPr>
          <a:xfrm>
            <a:off x="4175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7451533-C933-7554-F5A4-FA304649F8F6}"/>
              </a:ext>
            </a:extLst>
          </p:cNvPr>
          <p:cNvCxnSpPr/>
          <p:nvPr userDrawn="1"/>
        </p:nvCxnSpPr>
        <p:spPr>
          <a:xfrm>
            <a:off x="117713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DB75A-EB01-D40E-71D2-F4E204038454}"/>
              </a:ext>
            </a:extLst>
          </p:cNvPr>
          <p:cNvSpPr/>
          <p:nvPr userDrawn="1"/>
        </p:nvSpPr>
        <p:spPr>
          <a:xfrm rot="5400000">
            <a:off x="94455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03206E-AF91-F0B8-AA30-56D09F017F8F}"/>
              </a:ext>
            </a:extLst>
          </p:cNvPr>
          <p:cNvSpPr/>
          <p:nvPr userDrawn="1"/>
        </p:nvSpPr>
        <p:spPr>
          <a:xfrm rot="16200000" flipH="1">
            <a:off x="11865769" y="3220245"/>
            <a:ext cx="228600" cy="41751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575E8EA-8F83-0788-D36C-1073DCABAF14}"/>
              </a:ext>
            </a:extLst>
          </p:cNvPr>
          <p:cNvCxnSpPr/>
          <p:nvPr userDrawn="1"/>
        </p:nvCxnSpPr>
        <p:spPr>
          <a:xfrm>
            <a:off x="303212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A55FD68-717E-A334-18EE-66D76FF8157C}"/>
              </a:ext>
            </a:extLst>
          </p:cNvPr>
          <p:cNvCxnSpPr/>
          <p:nvPr userDrawn="1"/>
        </p:nvCxnSpPr>
        <p:spPr>
          <a:xfrm>
            <a:off x="11885613" y="0"/>
            <a:ext cx="0" cy="68580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806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42048D30-2D2E-3A6A-D11B-C1A5A51F7D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BACAF34-A82A-A1DD-6D4D-6787B3F87517}"/>
              </a:ext>
            </a:extLst>
          </p:cNvPr>
          <p:cNvSpPr/>
          <p:nvPr userDrawn="1"/>
        </p:nvSpPr>
        <p:spPr>
          <a:xfrm>
            <a:off x="-1" y="0"/>
            <a:ext cx="12188825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908550C-451A-73E6-F0EA-1617893DF0C8}"/>
              </a:ext>
            </a:extLst>
          </p:cNvPr>
          <p:cNvSpPr/>
          <p:nvPr userDrawn="1"/>
        </p:nvSpPr>
        <p:spPr>
          <a:xfrm>
            <a:off x="-87028" y="2781301"/>
            <a:ext cx="771240" cy="1295400"/>
          </a:xfrm>
          <a:custGeom>
            <a:avLst/>
            <a:gdLst>
              <a:gd name="connsiteX0" fmla="*/ 123540 w 771240"/>
              <a:gd name="connsiteY0" fmla="*/ 0 h 1295400"/>
              <a:gd name="connsiteX1" fmla="*/ 771240 w 771240"/>
              <a:gd name="connsiteY1" fmla="*/ 647700 h 1295400"/>
              <a:gd name="connsiteX2" fmla="*/ 123540 w 771240"/>
              <a:gd name="connsiteY2" fmla="*/ 1295400 h 1295400"/>
              <a:gd name="connsiteX3" fmla="*/ 0 w 771240"/>
              <a:gd name="connsiteY3" fmla="*/ 1282946 h 1295400"/>
              <a:gd name="connsiteX4" fmla="*/ 0 w 771240"/>
              <a:gd name="connsiteY4" fmla="*/ 12454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1240" h="1295400">
                <a:moveTo>
                  <a:pt x="123540" y="0"/>
                </a:moveTo>
                <a:cubicBezTo>
                  <a:pt x="481255" y="0"/>
                  <a:pt x="771240" y="289985"/>
                  <a:pt x="771240" y="647700"/>
                </a:cubicBezTo>
                <a:cubicBezTo>
                  <a:pt x="771240" y="1005415"/>
                  <a:pt x="481255" y="1295400"/>
                  <a:pt x="123540" y="1295400"/>
                </a:cubicBezTo>
                <a:lnTo>
                  <a:pt x="0" y="1282946"/>
                </a:lnTo>
                <a:lnTo>
                  <a:pt x="0" y="12454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0424792-66B9-860A-8C03-D592C1A734A5}"/>
              </a:ext>
            </a:extLst>
          </p:cNvPr>
          <p:cNvCxnSpPr>
            <a:cxnSpLocks/>
          </p:cNvCxnSpPr>
          <p:nvPr userDrawn="1"/>
        </p:nvCxnSpPr>
        <p:spPr>
          <a:xfrm>
            <a:off x="6842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C23024A-D4BC-7F60-AF3F-522B93E157AB}"/>
              </a:ext>
            </a:extLst>
          </p:cNvPr>
          <p:cNvSpPr/>
          <p:nvPr userDrawn="1"/>
        </p:nvSpPr>
        <p:spPr>
          <a:xfrm rot="5400000">
            <a:off x="227013" y="3086103"/>
            <a:ext cx="228600" cy="685798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0A8B8BC-3391-B191-16D3-444A3F20879D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2781301"/>
            <a:ext cx="68421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1E65DA-7165-AB68-BA79-BABAF694A000}"/>
              </a:ext>
            </a:extLst>
          </p:cNvPr>
          <p:cNvCxnSpPr>
            <a:cxnSpLocks/>
          </p:cNvCxnSpPr>
          <p:nvPr userDrawn="1"/>
        </p:nvCxnSpPr>
        <p:spPr>
          <a:xfrm flipH="1">
            <a:off x="-77788" y="4076701"/>
            <a:ext cx="7620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F04B172-AB62-FA59-6E1B-37B425F2354B}"/>
              </a:ext>
            </a:extLst>
          </p:cNvPr>
          <p:cNvCxnSpPr>
            <a:cxnSpLocks/>
          </p:cNvCxnSpPr>
          <p:nvPr userDrawn="1"/>
        </p:nvCxnSpPr>
        <p:spPr>
          <a:xfrm>
            <a:off x="11504612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D9E1403-1845-38DF-069F-9D8F94EFFBA9}"/>
              </a:ext>
            </a:extLst>
          </p:cNvPr>
          <p:cNvSpPr/>
          <p:nvPr userDrawn="1"/>
        </p:nvSpPr>
        <p:spPr>
          <a:xfrm>
            <a:off x="11508467" y="2781301"/>
            <a:ext cx="758144" cy="1295400"/>
          </a:xfrm>
          <a:custGeom>
            <a:avLst/>
            <a:gdLst>
              <a:gd name="connsiteX0" fmla="*/ 647700 w 758144"/>
              <a:gd name="connsiteY0" fmla="*/ 0 h 1295400"/>
              <a:gd name="connsiteX1" fmla="*/ 758144 w 758144"/>
              <a:gd name="connsiteY1" fmla="*/ 11134 h 1295400"/>
              <a:gd name="connsiteX2" fmla="*/ 758144 w 758144"/>
              <a:gd name="connsiteY2" fmla="*/ 1284266 h 1295400"/>
              <a:gd name="connsiteX3" fmla="*/ 647700 w 758144"/>
              <a:gd name="connsiteY3" fmla="*/ 1295400 h 1295400"/>
              <a:gd name="connsiteX4" fmla="*/ 0 w 758144"/>
              <a:gd name="connsiteY4" fmla="*/ 647700 h 1295400"/>
              <a:gd name="connsiteX5" fmla="*/ 647700 w 758144"/>
              <a:gd name="connsiteY5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8144" h="1295400">
                <a:moveTo>
                  <a:pt x="647700" y="0"/>
                </a:moveTo>
                <a:lnTo>
                  <a:pt x="758144" y="11134"/>
                </a:lnTo>
                <a:lnTo>
                  <a:pt x="758144" y="1284266"/>
                </a:lnTo>
                <a:lnTo>
                  <a:pt x="647700" y="1295400"/>
                </a:lnTo>
                <a:cubicBezTo>
                  <a:pt x="289985" y="1295400"/>
                  <a:pt x="0" y="1005415"/>
                  <a:pt x="0" y="647700"/>
                </a:cubicBezTo>
                <a:cubicBezTo>
                  <a:pt x="0" y="289985"/>
                  <a:pt x="289985" y="0"/>
                  <a:pt x="647700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884942-14CB-65D2-3919-3DBD13D9C19D}"/>
              </a:ext>
            </a:extLst>
          </p:cNvPr>
          <p:cNvSpPr/>
          <p:nvPr userDrawn="1"/>
        </p:nvSpPr>
        <p:spPr>
          <a:xfrm rot="5400000">
            <a:off x="11737067" y="3091544"/>
            <a:ext cx="228600" cy="674916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620E5F9-F0F5-8AF0-8C5C-A6C4D91B05CF}"/>
              </a:ext>
            </a:extLst>
          </p:cNvPr>
          <p:cNvCxnSpPr>
            <a:cxnSpLocks/>
          </p:cNvCxnSpPr>
          <p:nvPr userDrawn="1"/>
        </p:nvCxnSpPr>
        <p:spPr>
          <a:xfrm flipH="1">
            <a:off x="11504612" y="2781301"/>
            <a:ext cx="6858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D3F1725-9EBE-B64D-1F6E-A5D438625B3E}"/>
              </a:ext>
            </a:extLst>
          </p:cNvPr>
          <p:cNvCxnSpPr>
            <a:cxnSpLocks/>
          </p:cNvCxnSpPr>
          <p:nvPr userDrawn="1"/>
        </p:nvCxnSpPr>
        <p:spPr>
          <a:xfrm flipH="1">
            <a:off x="11504612" y="4076701"/>
            <a:ext cx="685800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E5D507FC-1762-D6F8-4115-990CE55C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20400" cy="1409696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2" y="1984248"/>
            <a:ext cx="9601200" cy="3657600"/>
          </a:xfrm>
        </p:spPr>
        <p:txBody>
          <a:bodyPr lIns="0" anchor="t">
            <a:normAutofit/>
          </a:bodyPr>
          <a:lstStyle>
            <a:lvl1pPr marL="0" indent="0">
              <a:lnSpc>
                <a:spcPct val="150000"/>
              </a:lnSpc>
              <a:buNone/>
              <a:defRPr sz="1800"/>
            </a:lvl1pPr>
            <a:lvl2pPr marL="426645" indent="0">
              <a:lnSpc>
                <a:spcPct val="150000"/>
              </a:lnSpc>
              <a:buNone/>
              <a:defRPr sz="1600"/>
            </a:lvl2pPr>
            <a:lvl3pPr marL="853290" indent="0">
              <a:lnSpc>
                <a:spcPct val="150000"/>
              </a:lnSpc>
              <a:buNone/>
              <a:defRPr sz="1400"/>
            </a:lvl3pPr>
            <a:lvl4pPr marL="1279936" indent="0">
              <a:lnSpc>
                <a:spcPct val="150000"/>
              </a:lnSpc>
              <a:buNone/>
              <a:defRPr sz="1400"/>
            </a:lvl4pPr>
            <a:lvl5pPr marL="1706581" indent="0">
              <a:lnSpc>
                <a:spcPct val="150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6C352E20-11F2-9B72-F930-8D59DDCCD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7A2614-2FA6-688B-D434-967D9B395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C5E6704-10FC-9DA2-14E9-A150775F1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545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-up of a person's face&#10;&#10;Description automatically generated">
            <a:extLst>
              <a:ext uri="{FF2B5EF4-FFF2-40B4-BE49-F238E27FC236}">
                <a16:creationId xmlns:a16="http://schemas.microsoft.com/office/drawing/2014/main" id="{024680CB-D79A-93CA-0002-28F6F89D1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309E4FA-5188-CBB0-D623-C65C526908EA}"/>
              </a:ext>
            </a:extLst>
          </p:cNvPr>
          <p:cNvSpPr/>
          <p:nvPr userDrawn="1"/>
        </p:nvSpPr>
        <p:spPr>
          <a:xfrm>
            <a:off x="-8042" y="0"/>
            <a:ext cx="12204908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252BA4D-F6EC-C802-C7FF-9C909C511505}"/>
              </a:ext>
            </a:extLst>
          </p:cNvPr>
          <p:cNvSpPr/>
          <p:nvPr userDrawn="1"/>
        </p:nvSpPr>
        <p:spPr>
          <a:xfrm>
            <a:off x="10647996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169078-4142-7AE3-6DC9-9BEC3EF5F43E}"/>
              </a:ext>
            </a:extLst>
          </p:cNvPr>
          <p:cNvCxnSpPr>
            <a:cxnSpLocks/>
          </p:cNvCxnSpPr>
          <p:nvPr userDrawn="1"/>
        </p:nvCxnSpPr>
        <p:spPr>
          <a:xfrm>
            <a:off x="760412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>
            <a:extLst>
              <a:ext uri="{FF2B5EF4-FFF2-40B4-BE49-F238E27FC236}">
                <a16:creationId xmlns:a16="http://schemas.microsoft.com/office/drawing/2014/main" id="{2FDF6779-CAF3-8674-B2F8-7C346FF365B8}"/>
              </a:ext>
            </a:extLst>
          </p:cNvPr>
          <p:cNvSpPr/>
          <p:nvPr userDrawn="1"/>
        </p:nvSpPr>
        <p:spPr>
          <a:xfrm>
            <a:off x="12989" y="0"/>
            <a:ext cx="1524001" cy="1524001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3836FF-3B48-408A-4A9F-7C60F96DE0EA}"/>
              </a:ext>
            </a:extLst>
          </p:cNvPr>
          <p:cNvSpPr/>
          <p:nvPr userDrawn="1"/>
        </p:nvSpPr>
        <p:spPr>
          <a:xfrm>
            <a:off x="-16083" y="-2"/>
            <a:ext cx="12220991" cy="7010403"/>
          </a:xfrm>
          <a:custGeom>
            <a:avLst/>
            <a:gdLst>
              <a:gd name="connsiteX0" fmla="*/ 6110498 w 12220991"/>
              <a:gd name="connsiteY0" fmla="*/ 0 h 7010403"/>
              <a:gd name="connsiteX1" fmla="*/ 12163073 w 12220991"/>
              <a:gd name="connsiteY1" fmla="*/ 3016566 h 7010403"/>
              <a:gd name="connsiteX2" fmla="*/ 12220991 w 12220991"/>
              <a:gd name="connsiteY2" fmla="*/ 3352802 h 7010403"/>
              <a:gd name="connsiteX3" fmla="*/ 12204908 w 12220991"/>
              <a:gd name="connsiteY3" fmla="*/ 3352802 h 7010403"/>
              <a:gd name="connsiteX4" fmla="*/ 12204908 w 12220991"/>
              <a:gd name="connsiteY4" fmla="*/ 7010403 h 7010403"/>
              <a:gd name="connsiteX5" fmla="*/ 0 w 12220991"/>
              <a:gd name="connsiteY5" fmla="*/ 7010403 h 7010403"/>
              <a:gd name="connsiteX6" fmla="*/ 0 w 12220991"/>
              <a:gd name="connsiteY6" fmla="*/ 3276603 h 7010403"/>
              <a:gd name="connsiteX7" fmla="*/ 13127 w 12220991"/>
              <a:gd name="connsiteY7" fmla="*/ 3276603 h 7010403"/>
              <a:gd name="connsiteX8" fmla="*/ 57919 w 12220991"/>
              <a:gd name="connsiteY8" fmla="*/ 3016567 h 7010403"/>
              <a:gd name="connsiteX9" fmla="*/ 6110498 w 12220991"/>
              <a:gd name="connsiteY9" fmla="*/ 0 h 7010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0991" h="7010403">
                <a:moveTo>
                  <a:pt x="6110498" y="0"/>
                </a:moveTo>
                <a:cubicBezTo>
                  <a:pt x="9180318" y="0"/>
                  <a:pt x="11722257" y="1309322"/>
                  <a:pt x="12163073" y="3016566"/>
                </a:cubicBezTo>
                <a:lnTo>
                  <a:pt x="12220991" y="3352802"/>
                </a:lnTo>
                <a:lnTo>
                  <a:pt x="12204908" y="3352802"/>
                </a:lnTo>
                <a:lnTo>
                  <a:pt x="12204908" y="7010403"/>
                </a:lnTo>
                <a:lnTo>
                  <a:pt x="0" y="7010403"/>
                </a:lnTo>
                <a:lnTo>
                  <a:pt x="0" y="3276603"/>
                </a:lnTo>
                <a:lnTo>
                  <a:pt x="13127" y="3276603"/>
                </a:lnTo>
                <a:lnTo>
                  <a:pt x="57919" y="3016567"/>
                </a:lnTo>
                <a:cubicBezTo>
                  <a:pt x="498732" y="1309322"/>
                  <a:pt x="3040674" y="0"/>
                  <a:pt x="6110498" y="0"/>
                </a:cubicBez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7D644E-5B96-8668-75A4-77350D1E4DE3}"/>
              </a:ext>
            </a:extLst>
          </p:cNvPr>
          <p:cNvCxnSpPr>
            <a:cxnSpLocks/>
          </p:cNvCxnSpPr>
          <p:nvPr userDrawn="1"/>
        </p:nvCxnSpPr>
        <p:spPr>
          <a:xfrm>
            <a:off x="11428413" y="-2"/>
            <a:ext cx="0" cy="6858002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57DAB-E85F-534C-B513-0FFB30A7962B}"/>
              </a:ext>
            </a:extLst>
          </p:cNvPr>
          <p:cNvSpPr/>
          <p:nvPr userDrawn="1"/>
        </p:nvSpPr>
        <p:spPr>
          <a:xfrm>
            <a:off x="660689" y="0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FEE894C-4E53-027C-D966-0B58D5E76FF5}"/>
              </a:ext>
            </a:extLst>
          </p:cNvPr>
          <p:cNvSpPr/>
          <p:nvPr userDrawn="1"/>
        </p:nvSpPr>
        <p:spPr>
          <a:xfrm>
            <a:off x="11314113" y="-2"/>
            <a:ext cx="228600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B2B77A3-41F2-9349-5DBB-980F5FAE7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856" y="533400"/>
            <a:ext cx="8527111" cy="2209801"/>
          </a:xfrm>
        </p:spPr>
        <p:txBody>
          <a:bodyPr lIns="0"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7211" y="2933697"/>
            <a:ext cx="4114801" cy="3390903"/>
          </a:xfrm>
        </p:spPr>
        <p:txBody>
          <a:bodyPr lIns="0" anchor="t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AF499E1-2C86-CFBE-1820-ABB1088DD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6990" y="2933696"/>
            <a:ext cx="4114801" cy="3390904"/>
          </a:xfrm>
        </p:spPr>
        <p:txBody>
          <a:bodyPr>
            <a:normAutofit/>
          </a:bodyPr>
          <a:lstStyle>
            <a:lvl1pPr indent="-304747" algn="l" defTabSz="1218987" rtl="0" eaLnBrk="1" latinLnBrk="0" hangingPunct="1">
              <a:lnSpc>
                <a:spcPct val="125000"/>
              </a:lnSpc>
              <a:buSzPct val="100000"/>
              <a:defRPr lang="en-US" sz="18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31392" indent="-304747" algn="l" defTabSz="1218987" rtl="0" eaLnBrk="1" latinLnBrk="0" hangingPunct="1">
              <a:lnSpc>
                <a:spcPct val="125000"/>
              </a:lnSpc>
              <a:buSzPct val="100000"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58037" indent="-304747" algn="l" defTabSz="1218987" rtl="0" eaLnBrk="1" latinLnBrk="0" hangingPunct="1">
              <a:lnSpc>
                <a:spcPct val="125000"/>
              </a:lnSpc>
              <a:buSzPct val="10000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584683" indent="-304747" algn="l" defTabSz="1218987" rtl="0" eaLnBrk="1" latinLnBrk="0" hangingPunct="1">
              <a:lnSpc>
                <a:spcPct val="125000"/>
              </a:lnSpc>
              <a:buSzPct val="100000"/>
              <a:defRPr lang="en-US"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11328" indent="-304747" algn="l" defTabSz="1218987" rtl="0" eaLnBrk="1" latinLnBrk="0" hangingPunct="1">
              <a:lnSpc>
                <a:spcPct val="125000"/>
              </a:lnSpc>
              <a:buSzPct val="100000"/>
              <a:defRPr sz="14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712395" lvl="1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1139040" lvl="2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1565686" lvl="3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992331" lvl="4" indent="-285750" algn="l" defTabSz="1218987" rtl="0" eaLnBrk="1" latinLnBrk="0" hangingPunct="1">
              <a:lnSpc>
                <a:spcPct val="125000"/>
              </a:lnSpc>
              <a:spcBef>
                <a:spcPts val="1066"/>
              </a:spcBef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03EF8FBE-F098-2A42-B8E4-37ABADF3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84AC3D2-5C3F-725F-A6D5-310C5F10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FD3723-C818-DF8D-C62C-658AB7C62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464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rry pink and blue background&#10;&#10;Description automatically generated">
            <a:extLst>
              <a:ext uri="{FF2B5EF4-FFF2-40B4-BE49-F238E27FC236}">
                <a16:creationId xmlns:a16="http://schemas.microsoft.com/office/drawing/2014/main" id="{9A6811FF-B289-D1C1-9492-A1E1FF2F4D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C2E56C3-4554-32FE-5BBA-F0FA1C5714F0}"/>
              </a:ext>
            </a:extLst>
          </p:cNvPr>
          <p:cNvSpPr/>
          <p:nvPr userDrawn="1"/>
        </p:nvSpPr>
        <p:spPr>
          <a:xfrm>
            <a:off x="0" y="0"/>
            <a:ext cx="12216032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704DC43-42C6-54AA-CB2E-44F918CA9EC4}"/>
              </a:ext>
            </a:extLst>
          </p:cNvPr>
          <p:cNvCxnSpPr>
            <a:cxnSpLocks/>
          </p:cNvCxnSpPr>
          <p:nvPr userDrawn="1"/>
        </p:nvCxnSpPr>
        <p:spPr>
          <a:xfrm>
            <a:off x="1888171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07570EE1-995F-34F5-7970-8D8205B0A11D}"/>
              </a:ext>
            </a:extLst>
          </p:cNvPr>
          <p:cNvSpPr/>
          <p:nvPr userDrawn="1"/>
        </p:nvSpPr>
        <p:spPr>
          <a:xfrm>
            <a:off x="1888171" y="2781301"/>
            <a:ext cx="1295400" cy="12954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EFF4FB-AC0B-930C-4493-5B2496935BCC}"/>
              </a:ext>
            </a:extLst>
          </p:cNvPr>
          <p:cNvCxnSpPr>
            <a:cxnSpLocks/>
          </p:cNvCxnSpPr>
          <p:nvPr userDrawn="1"/>
        </p:nvCxnSpPr>
        <p:spPr>
          <a:xfrm>
            <a:off x="3197223" y="1"/>
            <a:ext cx="0" cy="685800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5A0B5A4-8993-CFE3-872C-25245E86AF5F}"/>
              </a:ext>
            </a:extLst>
          </p:cNvPr>
          <p:cNvSpPr/>
          <p:nvPr userDrawn="1"/>
        </p:nvSpPr>
        <p:spPr>
          <a:xfrm rot="5400000">
            <a:off x="1483517" y="1829595"/>
            <a:ext cx="228600" cy="3198813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92D02A7-ACBB-2A4A-E80E-3695AEE1EA39}"/>
              </a:ext>
            </a:extLst>
          </p:cNvPr>
          <p:cNvCxnSpPr>
            <a:cxnSpLocks/>
          </p:cNvCxnSpPr>
          <p:nvPr userDrawn="1"/>
        </p:nvCxnSpPr>
        <p:spPr>
          <a:xfrm flipH="1">
            <a:off x="-1588" y="2764972"/>
            <a:ext cx="31851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A253D06-2E4F-FDB2-2A3F-DA2669723C5A}"/>
              </a:ext>
            </a:extLst>
          </p:cNvPr>
          <p:cNvCxnSpPr>
            <a:cxnSpLocks/>
          </p:cNvCxnSpPr>
          <p:nvPr userDrawn="1"/>
        </p:nvCxnSpPr>
        <p:spPr>
          <a:xfrm flipH="1">
            <a:off x="-1588" y="4076701"/>
            <a:ext cx="3185159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0F3BD93E-08BC-3F82-9517-49CEBB18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014" y="533400"/>
            <a:ext cx="8153381" cy="2209801"/>
          </a:xfrm>
        </p:spPr>
        <p:txBody>
          <a:bodyPr lIns="0" anchor="ctr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6014" y="2971800"/>
            <a:ext cx="4724397" cy="3048000"/>
          </a:xfrm>
        </p:spPr>
        <p:txBody>
          <a:bodyPr lIns="0" tIns="0" anchor="t">
            <a:normAutofit/>
          </a:bodyPr>
          <a:lstStyle>
            <a:lvl1pPr marL="0" indent="0">
              <a:lnSpc>
                <a:spcPct val="125000"/>
              </a:lnSpc>
              <a:buNone/>
              <a:defRPr sz="1800"/>
            </a:lvl1pPr>
            <a:lvl2pPr marL="426645" indent="0">
              <a:lnSpc>
                <a:spcPct val="125000"/>
              </a:lnSpc>
              <a:buNone/>
              <a:defRPr sz="1600"/>
            </a:lvl2pPr>
            <a:lvl3pPr marL="853290" indent="0">
              <a:lnSpc>
                <a:spcPct val="125000"/>
              </a:lnSpc>
              <a:buNone/>
              <a:defRPr sz="1400"/>
            </a:lvl3pPr>
            <a:lvl4pPr marL="1279936" indent="0">
              <a:lnSpc>
                <a:spcPct val="125000"/>
              </a:lnSpc>
              <a:buNone/>
              <a:defRPr sz="1400"/>
            </a:lvl4pPr>
            <a:lvl5pPr marL="1706581" indent="0">
              <a:lnSpc>
                <a:spcPct val="125000"/>
              </a:lnSpc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6296C73-5B8A-9BB0-1F3E-1AAE9474E23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609012" y="2986053"/>
            <a:ext cx="3200384" cy="3017418"/>
          </a:xfrm>
        </p:spPr>
        <p:txBody>
          <a:bodyPr lIns="0" tIns="0" anchor="t">
            <a:normAutofit/>
          </a:bodyPr>
          <a:lstStyle>
            <a:lvl1pPr marL="285750" indent="-285750">
              <a:lnSpc>
                <a:spcPct val="125000"/>
              </a:lnSpc>
              <a:buFont typeface="Arial" panose="020B0604020202020204" pitchFamily="34" charset="0"/>
              <a:buChar char="•"/>
              <a:defRPr sz="1800"/>
            </a:lvl1pPr>
            <a:lvl2pPr marL="712395" indent="-285750">
              <a:lnSpc>
                <a:spcPct val="125000"/>
              </a:lnSpc>
              <a:buFont typeface="Arial" panose="020B0604020202020204" pitchFamily="34" charset="0"/>
              <a:buChar char="•"/>
              <a:defRPr sz="1600"/>
            </a:lvl2pPr>
            <a:lvl3pPr marL="1139040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3pPr>
            <a:lvl4pPr marL="1565686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4pPr>
            <a:lvl5pPr marL="1992331" indent="-285750">
              <a:lnSpc>
                <a:spcPct val="125000"/>
              </a:lnSpc>
              <a:buFont typeface="Arial" panose="020B0604020202020204" pitchFamily="34" charset="0"/>
              <a:buChar char="•"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6479" y="6400801"/>
            <a:ext cx="1951734" cy="320675"/>
          </a:xfrm>
        </p:spPr>
        <p:txBody>
          <a:bodyPr/>
          <a:lstStyle/>
          <a:p>
            <a:r>
              <a:rPr lang="en-US"/>
              <a:t>20XX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7146" y="6400801"/>
            <a:ext cx="1642250" cy="320675"/>
          </a:xfrm>
        </p:spPr>
        <p:txBody>
          <a:bodyPr/>
          <a:lstStyle/>
          <a:p>
            <a:fld id="{DA60BA0E-20D0-4E7C-B286-26C960A6788F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5439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and pink sky&#10;&#10;Description automatically generated">
            <a:extLst>
              <a:ext uri="{FF2B5EF4-FFF2-40B4-BE49-F238E27FC236}">
                <a16:creationId xmlns:a16="http://schemas.microsoft.com/office/drawing/2014/main" id="{844CB249-B396-2424-01D1-4D97637BD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44B3B8-8580-71F1-DE35-7B8238C3FD59}"/>
              </a:ext>
            </a:extLst>
          </p:cNvPr>
          <p:cNvSpPr/>
          <p:nvPr userDrawn="1"/>
        </p:nvSpPr>
        <p:spPr>
          <a:xfrm>
            <a:off x="4" y="0"/>
            <a:ext cx="12188821" cy="6896100"/>
          </a:xfrm>
          <a:prstGeom prst="rect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DE2C4A-51E4-22E5-34FC-145385897F9C}"/>
              </a:ext>
            </a:extLst>
          </p:cNvPr>
          <p:cNvSpPr/>
          <p:nvPr userDrawn="1"/>
        </p:nvSpPr>
        <p:spPr>
          <a:xfrm rot="5400000">
            <a:off x="1408905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7596B62-AE88-2B13-4737-760ED281DF0D}"/>
              </a:ext>
            </a:extLst>
          </p:cNvPr>
          <p:cNvSpPr/>
          <p:nvPr userDrawn="1"/>
        </p:nvSpPr>
        <p:spPr>
          <a:xfrm>
            <a:off x="-77788" y="1320655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5F342F0-65BB-E1BE-652F-9215A70681FA}"/>
              </a:ext>
            </a:extLst>
          </p:cNvPr>
          <p:cNvSpPr/>
          <p:nvPr userDrawn="1"/>
        </p:nvSpPr>
        <p:spPr>
          <a:xfrm rot="10800000">
            <a:off x="9142411" y="1320656"/>
            <a:ext cx="3124198" cy="4216690"/>
          </a:xfrm>
          <a:custGeom>
            <a:avLst/>
            <a:gdLst>
              <a:gd name="connsiteX0" fmla="*/ 0 w 3124198"/>
              <a:gd name="connsiteY0" fmla="*/ 0 h 4216690"/>
              <a:gd name="connsiteX1" fmla="*/ 1190290 w 3124198"/>
              <a:gd name="connsiteY1" fmla="*/ 0 h 4216690"/>
              <a:gd name="connsiteX2" fmla="*/ 1191185 w 3124198"/>
              <a:gd name="connsiteY2" fmla="*/ 0 h 4216690"/>
              <a:gd name="connsiteX3" fmla="*/ 1191185 w 3124198"/>
              <a:gd name="connsiteY3" fmla="*/ 25 h 4216690"/>
              <a:gd name="connsiteX4" fmla="*/ 1289808 w 3124198"/>
              <a:gd name="connsiteY4" fmla="*/ 2744 h 4216690"/>
              <a:gd name="connsiteX5" fmla="*/ 3124198 w 3124198"/>
              <a:gd name="connsiteY5" fmla="*/ 2108345 h 4216690"/>
              <a:gd name="connsiteX6" fmla="*/ 1289808 w 3124198"/>
              <a:gd name="connsiteY6" fmla="*/ 4213947 h 4216690"/>
              <a:gd name="connsiteX7" fmla="*/ 1191185 w 3124198"/>
              <a:gd name="connsiteY7" fmla="*/ 4216666 h 4216690"/>
              <a:gd name="connsiteX8" fmla="*/ 1191185 w 3124198"/>
              <a:gd name="connsiteY8" fmla="*/ 4216690 h 4216690"/>
              <a:gd name="connsiteX9" fmla="*/ 1190290 w 3124198"/>
              <a:gd name="connsiteY9" fmla="*/ 4216690 h 4216690"/>
              <a:gd name="connsiteX10" fmla="*/ 0 w 3124198"/>
              <a:gd name="connsiteY10" fmla="*/ 4216690 h 4216690"/>
              <a:gd name="connsiteX11" fmla="*/ 0 w 3124198"/>
              <a:gd name="connsiteY11" fmla="*/ 0 h 421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24198" h="4216690">
                <a:moveTo>
                  <a:pt x="0" y="0"/>
                </a:moveTo>
                <a:lnTo>
                  <a:pt x="1190290" y="0"/>
                </a:lnTo>
                <a:lnTo>
                  <a:pt x="1191185" y="0"/>
                </a:lnTo>
                <a:lnTo>
                  <a:pt x="1191185" y="25"/>
                </a:lnTo>
                <a:lnTo>
                  <a:pt x="1289808" y="2744"/>
                </a:lnTo>
                <a:cubicBezTo>
                  <a:pt x="2311627" y="59211"/>
                  <a:pt x="3124198" y="980326"/>
                  <a:pt x="3124198" y="2108345"/>
                </a:cubicBezTo>
                <a:cubicBezTo>
                  <a:pt x="3124198" y="3236364"/>
                  <a:pt x="2311627" y="4157479"/>
                  <a:pt x="1289808" y="4213947"/>
                </a:cubicBezTo>
                <a:lnTo>
                  <a:pt x="1191185" y="4216666"/>
                </a:lnTo>
                <a:lnTo>
                  <a:pt x="1191185" y="4216690"/>
                </a:lnTo>
                <a:lnTo>
                  <a:pt x="1190290" y="4216690"/>
                </a:lnTo>
                <a:lnTo>
                  <a:pt x="0" y="421669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2829EE-FAE8-4936-F0E9-40394A8845E9}"/>
              </a:ext>
            </a:extLst>
          </p:cNvPr>
          <p:cNvSpPr/>
          <p:nvPr userDrawn="1"/>
        </p:nvSpPr>
        <p:spPr>
          <a:xfrm rot="5400000">
            <a:off x="10551316" y="1905795"/>
            <a:ext cx="228600" cy="304641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F1599CA-3580-F2AA-3558-F152F50C2864}"/>
              </a:ext>
            </a:extLst>
          </p:cNvPr>
          <p:cNvSpPr/>
          <p:nvPr userDrawn="1"/>
        </p:nvSpPr>
        <p:spPr>
          <a:xfrm>
            <a:off x="2665412" y="0"/>
            <a:ext cx="6858000" cy="6858000"/>
          </a:xfrm>
          <a:prstGeom prst="ellipse">
            <a:avLst/>
          </a:prstGeom>
          <a:noFill/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3F185EB-A6B1-4EAC-BA12-CB81DF7C2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33" y="762000"/>
            <a:ext cx="5330955" cy="2552700"/>
          </a:xfrm>
        </p:spPr>
        <p:txBody>
          <a:bodyPr anchor="b">
            <a:normAutofit/>
          </a:bodyPr>
          <a:lstStyle>
            <a:lvl1pPr algn="ctr">
              <a:defRPr sz="5400" b="0" cap="none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C638E9B-20FA-F77F-C8FB-BF50CBB86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33" y="3467100"/>
            <a:ext cx="5330955" cy="2400300"/>
          </a:xfrm>
        </p:spPr>
        <p:txBody>
          <a:bodyPr lIns="0" anchor="t">
            <a:normAutofit/>
          </a:bodyPr>
          <a:lstStyle>
            <a:lvl1pPr marL="0" indent="0" algn="ctr">
              <a:lnSpc>
                <a:spcPct val="125000"/>
              </a:lnSpc>
              <a:buFont typeface="Arial" panose="020B0604020202020204" pitchFamily="34" charset="0"/>
              <a:buNone/>
              <a:defRPr sz="1800"/>
            </a:lvl1pPr>
            <a:lvl2pPr marL="426645" indent="0" algn="ctr">
              <a:lnSpc>
                <a:spcPct val="125000"/>
              </a:lnSpc>
              <a:buFont typeface="Arial" panose="020B0604020202020204" pitchFamily="34" charset="0"/>
              <a:buNone/>
              <a:defRPr sz="1600"/>
            </a:lvl2pPr>
            <a:lvl3pPr marL="853290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3pPr>
            <a:lvl4pPr marL="1279936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4pPr>
            <a:lvl5pPr marL="1706581" indent="0" algn="ctr">
              <a:lnSpc>
                <a:spcPct val="125000"/>
              </a:lnSpc>
              <a:buFont typeface="Arial" panose="020B0604020202020204" pitchFamily="34" charset="0"/>
              <a:buNone/>
              <a:defRPr sz="1400"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1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79" r:id="rId2"/>
    <p:sldLayoutId id="2147483702" r:id="rId3"/>
    <p:sldLayoutId id="2147483701" r:id="rId4"/>
    <p:sldLayoutId id="2147483698" r:id="rId5"/>
    <p:sldLayoutId id="2147483663" r:id="rId6"/>
    <p:sldLayoutId id="2147483688" r:id="rId7"/>
    <p:sldLayoutId id="2147483665" r:id="rId8"/>
    <p:sldLayoutId id="2147483700" r:id="rId9"/>
    <p:sldLayoutId id="2147483695" r:id="rId10"/>
    <p:sldLayoutId id="2147483690" r:id="rId11"/>
    <p:sldLayoutId id="2147483699" r:id="rId12"/>
    <p:sldLayoutId id="2147483704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345911"/>
            <a:ext cx="5562599" cy="4166177"/>
          </a:xfrm>
        </p:spPr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quarter" idx="10"/>
          </p:nvPr>
        </p:nvSpPr>
        <p:spPr>
          <a:xfrm>
            <a:off x="3313112" y="5562601"/>
            <a:ext cx="5562599" cy="1295399"/>
          </a:xfr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Ashley Schroeder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812" y="914400"/>
            <a:ext cx="5181600" cy="2514600"/>
          </a:xfrm>
        </p:spPr>
        <p:txBody>
          <a:bodyPr>
            <a:noAutofit/>
          </a:bodyPr>
          <a:lstStyle/>
          <a:p>
            <a:r>
              <a:rPr lang="en-US" dirty="0"/>
              <a:t>About us</a:t>
            </a:r>
          </a:p>
        </p:txBody>
      </p:sp>
      <p:pic>
        <p:nvPicPr>
          <p:cNvPr id="12" name="Picture Placeholder 11" descr="Business team brainstorming">
            <a:extLst>
              <a:ext uri="{FF2B5EF4-FFF2-40B4-BE49-F238E27FC236}">
                <a16:creationId xmlns:a16="http://schemas.microsoft.com/office/drawing/2014/main" id="{37364A35-C876-42A6-ABA9-9A97C9E793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1775" y="17527"/>
            <a:ext cx="3944303" cy="6822059"/>
          </a:xfr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808" y="3657600"/>
            <a:ext cx="5181595" cy="2286000"/>
          </a:xfrm>
        </p:spPr>
        <p:txBody>
          <a:bodyPr>
            <a:normAutofit/>
          </a:bodyPr>
          <a:lstStyle/>
          <a:p>
            <a:r>
              <a:rPr lang="en-US" dirty="0"/>
              <a:t>Aiming to revolutionize industries through our forward-thinking solutions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0D2A9-4F46-6139-CAD9-1811155D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155" y="533400"/>
            <a:ext cx="7750516" cy="220980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9154" y="2895600"/>
            <a:ext cx="7750516" cy="33528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About us</a:t>
            </a:r>
          </a:p>
          <a:p>
            <a:r>
              <a:rPr lang="en-US" dirty="0"/>
              <a:t>Product overview</a:t>
            </a:r>
          </a:p>
          <a:p>
            <a:r>
              <a:rPr lang="en-US" dirty="0"/>
              <a:t>Market overview</a:t>
            </a:r>
          </a:p>
          <a:p>
            <a:r>
              <a:rPr lang="en-US" dirty="0"/>
              <a:t>Growth strategy</a:t>
            </a:r>
          </a:p>
          <a:p>
            <a:r>
              <a:rPr lang="en-US" dirty="0"/>
              <a:t>Summary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00C9AD-2E11-A113-E514-88624AFED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807" y="400051"/>
            <a:ext cx="5637210" cy="2914649"/>
          </a:xfrm>
        </p:spPr>
        <p:txBody>
          <a:bodyPr/>
          <a:lstStyle/>
          <a:p>
            <a:r>
              <a:rPr lang="en-US" dirty="0"/>
              <a:t>Product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275807" y="3543300"/>
            <a:ext cx="5637210" cy="2628899"/>
          </a:xfrm>
        </p:spPr>
        <p:txBody>
          <a:bodyPr>
            <a:normAutofit/>
          </a:bodyPr>
          <a:lstStyle/>
          <a:p>
            <a:r>
              <a:rPr lang="en-US" dirty="0"/>
              <a:t>Combining functionality and </a:t>
            </a:r>
            <a:br>
              <a:rPr lang="en-US" dirty="0"/>
            </a:br>
            <a:r>
              <a:rPr lang="en-US" dirty="0"/>
              <a:t>user-friendliness, we empower users </a:t>
            </a:r>
            <a:br>
              <a:rPr lang="en-US" dirty="0"/>
            </a:br>
            <a:r>
              <a:rPr lang="en-US" dirty="0"/>
              <a:t>to streamline operations and </a:t>
            </a:r>
            <a:br>
              <a:rPr lang="en-US" dirty="0"/>
            </a:br>
            <a:r>
              <a:rPr lang="en-US" dirty="0"/>
              <a:t>boost efficiency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11086-9834-6634-D7AB-3C7FE49FC60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8" y="990600"/>
            <a:ext cx="4343392" cy="4715764"/>
          </a:xfrm>
        </p:spPr>
        <p:txBody>
          <a:bodyPr/>
          <a:lstStyle/>
          <a:p>
            <a:r>
              <a:rPr lang="en-US" dirty="0"/>
              <a:t>Product benefits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32CBE-18C7-A51B-2E2A-84C26D44E5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1756" y="990600"/>
            <a:ext cx="3962387" cy="4715764"/>
          </a:xfrm>
        </p:spPr>
        <p:txBody>
          <a:bodyPr anchor="ctr">
            <a:normAutofit/>
          </a:bodyPr>
          <a:lstStyle/>
          <a:p>
            <a:r>
              <a:rPr lang="en-US" dirty="0"/>
              <a:t>Increased productivity</a:t>
            </a:r>
          </a:p>
          <a:p>
            <a:r>
              <a:rPr lang="en-US" dirty="0"/>
              <a:t>Seamless integration</a:t>
            </a:r>
          </a:p>
          <a:p>
            <a:r>
              <a:rPr lang="en-US" dirty="0"/>
              <a:t>Enhanced user experience</a:t>
            </a:r>
          </a:p>
          <a:p>
            <a:r>
              <a:rPr lang="en-US" dirty="0"/>
              <a:t>Scalability for future growth</a:t>
            </a:r>
          </a:p>
          <a:p>
            <a:r>
              <a:rPr lang="en-US" dirty="0"/>
              <a:t>User-friendly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256512-A465-45FD-8FF5-640C08FE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106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13" y="1612902"/>
            <a:ext cx="5562599" cy="3632196"/>
          </a:xfrm>
        </p:spPr>
        <p:txBody>
          <a:bodyPr/>
          <a:lstStyle/>
          <a:p>
            <a:r>
              <a:rPr lang="en-US" dirty="0"/>
              <a:t>Market overview</a:t>
            </a:r>
          </a:p>
        </p:txBody>
      </p:sp>
      <p:pic>
        <p:nvPicPr>
          <p:cNvPr id="13" name="Picture Placeholder 12" descr="Man folding his arms">
            <a:extLst>
              <a:ext uri="{FF2B5EF4-FFF2-40B4-BE49-F238E27FC236}">
                <a16:creationId xmlns:a16="http://schemas.microsoft.com/office/drawing/2014/main" id="{033E552D-6BA0-2276-20A6-C395C4DBAD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7790" y="1320650"/>
            <a:ext cx="3124198" cy="4216690"/>
          </a:xfrm>
        </p:spPr>
      </p:pic>
      <p:pic>
        <p:nvPicPr>
          <p:cNvPr id="21" name="Picture Placeholder 20" descr="Students working on laptops at a table">
            <a:extLst>
              <a:ext uri="{FF2B5EF4-FFF2-40B4-BE49-F238E27FC236}">
                <a16:creationId xmlns:a16="http://schemas.microsoft.com/office/drawing/2014/main" id="{751D23A1-50A9-21DA-7BEC-3002C469E6E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42411" y="1339705"/>
            <a:ext cx="3124198" cy="4216690"/>
          </a:xfrm>
        </p:spPr>
      </p:pic>
    </p:spTree>
    <p:extLst>
      <p:ext uri="{BB962C8B-B14F-4D97-AF65-F5344CB8AC3E}">
        <p14:creationId xmlns:p14="http://schemas.microsoft.com/office/powerpoint/2010/main" val="1997697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1944" y="533400"/>
            <a:ext cx="6692772" cy="2209801"/>
          </a:xfrm>
        </p:spPr>
        <p:txBody>
          <a:bodyPr/>
          <a:lstStyle/>
          <a:p>
            <a:r>
              <a:rPr lang="en-US" dirty="0"/>
              <a:t>Market comparison</a:t>
            </a:r>
          </a:p>
        </p:txBody>
      </p:sp>
      <p:pic>
        <p:nvPicPr>
          <p:cNvPr id="11" name="Picture Placeholder 10" descr="Women in business meeting">
            <a:extLst>
              <a:ext uri="{FF2B5EF4-FFF2-40B4-BE49-F238E27FC236}">
                <a16:creationId xmlns:a16="http://schemas.microsoft.com/office/drawing/2014/main" id="{09874BC6-11F1-ED3C-4EDF-EF35B73676D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8564" y="1851656"/>
            <a:ext cx="4148048" cy="500634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1946" y="3048000"/>
            <a:ext cx="6679975" cy="33528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Stands out in market</a:t>
            </a:r>
          </a:p>
          <a:p>
            <a:r>
              <a:rPr lang="en-US" dirty="0"/>
              <a:t>Innovative features</a:t>
            </a:r>
          </a:p>
          <a:p>
            <a:r>
              <a:rPr lang="en-US" dirty="0"/>
              <a:t>Provides unique solution</a:t>
            </a:r>
          </a:p>
          <a:p>
            <a:r>
              <a:rPr lang="en-US" dirty="0"/>
              <a:t>Edge over competitors</a:t>
            </a:r>
          </a:p>
          <a:p>
            <a:r>
              <a:rPr lang="en-US" dirty="0"/>
              <a:t>User-focused design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7D085-E57E-3A04-1867-E62D75D5A0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141" y="304800"/>
            <a:ext cx="10816542" cy="1409696"/>
          </a:xfrm>
        </p:spPr>
        <p:txBody>
          <a:bodyPr/>
          <a:lstStyle/>
          <a:p>
            <a:r>
              <a:rPr lang="en-US" dirty="0"/>
              <a:t>Competitive landscape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85" y="1962146"/>
            <a:ext cx="4761153" cy="4210054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Strong market presence</a:t>
            </a:r>
          </a:p>
          <a:p>
            <a:r>
              <a:rPr lang="en-US" dirty="0"/>
              <a:t>Positioned as a market leader</a:t>
            </a:r>
          </a:p>
          <a:p>
            <a:r>
              <a:rPr lang="en-US" dirty="0"/>
              <a:t>Leveraging a robust infrastructure</a:t>
            </a:r>
          </a:p>
          <a:p>
            <a:r>
              <a:rPr lang="en-US" dirty="0"/>
              <a:t>Dedicated team of experts</a:t>
            </a:r>
          </a:p>
          <a:p>
            <a:r>
              <a:rPr lang="en-US" dirty="0"/>
              <a:t>Outperforming competitors</a:t>
            </a:r>
          </a:p>
          <a:p>
            <a:r>
              <a:rPr lang="en-US" dirty="0"/>
              <a:t>Good brand name recognition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60EB7D1-7CD7-C7FC-356C-5B772F1FDC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6990" y="1962146"/>
            <a:ext cx="4761153" cy="4210054"/>
          </a:xfrm>
        </p:spPr>
        <p:txBody>
          <a:bodyPr>
            <a:normAutofit/>
          </a:bodyPr>
          <a:lstStyle/>
          <a:p>
            <a:r>
              <a:rPr lang="en-US" dirty="0"/>
              <a:t>More agility and adaptability</a:t>
            </a:r>
          </a:p>
          <a:p>
            <a:r>
              <a:rPr lang="en-US" dirty="0"/>
              <a:t>Stronger competitive edge</a:t>
            </a:r>
          </a:p>
          <a:p>
            <a:r>
              <a:rPr lang="en-US" dirty="0"/>
              <a:t>Ability to adapt swiftly</a:t>
            </a:r>
          </a:p>
          <a:p>
            <a:r>
              <a:rPr lang="en-US" dirty="0"/>
              <a:t>Stay ahead of the curve</a:t>
            </a:r>
          </a:p>
          <a:p>
            <a:r>
              <a:rPr lang="en-US" dirty="0"/>
              <a:t>Continuously improve offerings</a:t>
            </a:r>
          </a:p>
          <a:p>
            <a:r>
              <a:rPr lang="en-US" dirty="0"/>
              <a:t>Integrate user feedback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D9313D-68C1-2FB9-307F-FA5BFA55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16543" cy="1409696"/>
          </a:xfrm>
        </p:spPr>
        <p:txBody>
          <a:bodyPr/>
          <a:lstStyle/>
          <a:p>
            <a:r>
              <a:rPr lang="en-US" dirty="0"/>
              <a:t>Traction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0685" y="1981199"/>
            <a:ext cx="4761153" cy="4343403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Product launch</a:t>
            </a:r>
          </a:p>
          <a:p>
            <a:pPr lvl="1"/>
            <a:r>
              <a:rPr lang="en-US" dirty="0"/>
              <a:t>Successful introduction of our product to market</a:t>
            </a:r>
          </a:p>
          <a:p>
            <a:r>
              <a:rPr lang="en-US" dirty="0"/>
              <a:t>10,000 user milestone</a:t>
            </a:r>
          </a:p>
          <a:p>
            <a:pPr lvl="1"/>
            <a:r>
              <a:rPr lang="en-US" dirty="0"/>
              <a:t>Substantial user base, indicating growing demand</a:t>
            </a:r>
          </a:p>
          <a:p>
            <a:r>
              <a:rPr lang="en-US" dirty="0"/>
              <a:t>Strategic partnership</a:t>
            </a:r>
          </a:p>
          <a:p>
            <a:pPr lvl="1"/>
            <a:r>
              <a:rPr lang="en-US" dirty="0"/>
              <a:t>Expanding market presence and capabilities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2B3209A9-DBA3-783A-240E-673257FE1112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367859750"/>
              </p:ext>
            </p:extLst>
          </p:nvPr>
        </p:nvGraphicFramePr>
        <p:xfrm>
          <a:off x="6237288" y="1981200"/>
          <a:ext cx="4886324" cy="4343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981324">
                  <a:extLst>
                    <a:ext uri="{9D8B030D-6E8A-4147-A177-3AD203B41FA5}">
                      <a16:colId xmlns:a16="http://schemas.microsoft.com/office/drawing/2014/main" val="411274528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105966620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Milestone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Quarter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15432428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Product launch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Q1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60527155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10,000 user milestone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Q2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32353333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Strategic partnership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Q3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229086023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Campaign launch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Q4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088170182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6D299C-3F75-9E6E-051A-8176E999E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685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304800"/>
            <a:ext cx="10820400" cy="1409696"/>
          </a:xfrm>
        </p:spPr>
        <p:txBody>
          <a:bodyPr>
            <a:normAutofit/>
          </a:bodyPr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4EE8A2FB-2F88-13DD-65F1-4AF5A19F5C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639400"/>
              </p:ext>
            </p:extLst>
          </p:nvPr>
        </p:nvGraphicFramePr>
        <p:xfrm>
          <a:off x="1293813" y="1984375"/>
          <a:ext cx="9601200" cy="434340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00300">
                  <a:extLst>
                    <a:ext uri="{9D8B030D-6E8A-4147-A177-3AD203B41FA5}">
                      <a16:colId xmlns:a16="http://schemas.microsoft.com/office/drawing/2014/main" val="725879466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1319136184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002245627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4211778205"/>
                    </a:ext>
                  </a:extLst>
                </a:gridCol>
              </a:tblGrid>
              <a:tr h="702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Quarter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Revenue ($)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Expenses ($)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Net profit ($)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151665590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Q1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$50,000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67652703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Q2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$300,000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$100,000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45721783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Q3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$400,000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$250,000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$150,000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4013059954"/>
                  </a:ext>
                </a:extLst>
              </a:tr>
              <a:tr h="9103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Q4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$300,000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$200,000</a:t>
                      </a:r>
                    </a:p>
                  </a:txBody>
                  <a:tcPr marL="91416" marR="91416" marT="45708" marB="4570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$100,000</a:t>
                      </a:r>
                    </a:p>
                  </a:txBody>
                  <a:tcPr marL="91416" marR="91416" marT="45708" marB="45708" anchor="ctr"/>
                </a:tc>
                <a:extLst>
                  <a:ext uri="{0D108BD9-81ED-4DB2-BD59-A6C34878D82A}">
                    <a16:rowId xmlns:a16="http://schemas.microsoft.com/office/drawing/2014/main" val="334828306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C26306-3334-F735-BEAA-B54A63B59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935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84294-49A0-4C63-A7D7-E3BF9E59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0856" y="533400"/>
            <a:ext cx="8527111" cy="2209801"/>
          </a:xfrm>
        </p:spPr>
        <p:txBody>
          <a:bodyPr anchor="ctr"/>
          <a:lstStyle/>
          <a:p>
            <a:r>
              <a:rPr lang="en-US"/>
              <a:t>Two-year action plan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101C18-15A7-BF08-B263-7C24A281C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7211" y="2933697"/>
            <a:ext cx="4114801" cy="3390903"/>
          </a:xfrm>
        </p:spPr>
        <p:txBody>
          <a:bodyPr/>
          <a:lstStyle/>
          <a:p>
            <a:r>
              <a:rPr lang="en-US" dirty="0"/>
              <a:t>Expand market reach through strategic partnerships</a:t>
            </a:r>
          </a:p>
          <a:p>
            <a:r>
              <a:rPr lang="en-US" dirty="0"/>
              <a:t>Enhance product features based on user feedback</a:t>
            </a:r>
          </a:p>
          <a:p>
            <a:r>
              <a:rPr lang="en-US" dirty="0"/>
              <a:t>Explore international market opportunities</a:t>
            </a:r>
          </a:p>
        </p:txBody>
      </p:sp>
      <p:graphicFrame>
        <p:nvGraphicFramePr>
          <p:cNvPr id="10" name="Diagram 2" descr="Drop pin timeline SmartArt graphic">
            <a:extLst>
              <a:ext uri="{FF2B5EF4-FFF2-40B4-BE49-F238E27FC236}">
                <a16:creationId xmlns:a16="http://schemas.microsoft.com/office/drawing/2014/main" id="{D1E3B56C-2770-0861-1B86-C472F45C4F33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1707109516"/>
              </p:ext>
            </p:extLst>
          </p:nvPr>
        </p:nvGraphicFramePr>
        <p:xfrm>
          <a:off x="6237288" y="2667000"/>
          <a:ext cx="4581524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5B35AD-BE61-FEAF-3CD8-3D9800D93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31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05AF1-623C-4E09-AB5D-8DD057148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6014" y="533400"/>
            <a:ext cx="8153381" cy="2209801"/>
          </a:xfrm>
        </p:spPr>
        <p:txBody>
          <a:bodyPr anchor="ctr"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DDDEF-20C4-4F65-BAC9-0A763DF7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6014" y="2971800"/>
            <a:ext cx="4724397" cy="3048000"/>
          </a:xfrm>
        </p:spPr>
        <p:txBody>
          <a:bodyPr vert="horz" lIns="91416" tIns="45708" rIns="91416" bIns="45708" rtlCol="0" anchor="t">
            <a:normAutofit/>
          </a:bodyPr>
          <a:lstStyle/>
          <a:p>
            <a:r>
              <a:rPr lang="en-US" dirty="0"/>
              <a:t>With this product, Adatum Corporation is positioned for success in the dynamic market. With a focus on innovation, user experience, and strategic growth, we anticipate reaching new heights in the coming year. Our commitment to user satisfaction underscores every aspect of our operations.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132CBE-18C7-A51B-2E2A-84C26D44E59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609012" y="2986053"/>
            <a:ext cx="3200384" cy="3017418"/>
          </a:xfrm>
        </p:spPr>
        <p:txBody>
          <a:bodyPr anchor="t">
            <a:normAutofit lnSpcReduction="10000"/>
          </a:bodyPr>
          <a:lstStyle/>
          <a:p>
            <a:r>
              <a:rPr lang="en-US" dirty="0"/>
              <a:t>Strong market positioning</a:t>
            </a:r>
          </a:p>
          <a:p>
            <a:r>
              <a:rPr lang="en-US" dirty="0"/>
              <a:t>Robust growth strategy</a:t>
            </a:r>
          </a:p>
          <a:p>
            <a:r>
              <a:rPr lang="en-US" dirty="0"/>
              <a:t>Innovative product development</a:t>
            </a:r>
          </a:p>
          <a:p>
            <a:r>
              <a:rPr lang="en-US" dirty="0"/>
              <a:t>Commitment to user satisfaction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66D97-3A71-F83C-E1DE-8F2CB2681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554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33" y="762000"/>
            <a:ext cx="5330955" cy="25527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33" y="3467100"/>
            <a:ext cx="5330955" cy="2400300"/>
          </a:xfrm>
        </p:spPr>
        <p:txBody>
          <a:bodyPr>
            <a:normAutofit/>
          </a:bodyPr>
          <a:lstStyle/>
          <a:p>
            <a:r>
              <a:rPr lang="en-US" dirty="0"/>
              <a:t>Eugenia Lopez</a:t>
            </a:r>
          </a:p>
          <a:p>
            <a:r>
              <a:rPr lang="en-US" dirty="0"/>
              <a:t>606-555-0156</a:t>
            </a:r>
          </a:p>
          <a:p>
            <a:r>
              <a:rPr lang="en-US" dirty="0"/>
              <a:t>eugenia@adatum.com</a:t>
            </a:r>
          </a:p>
        </p:txBody>
      </p:sp>
    </p:spTree>
    <p:extLst>
      <p:ext uri="{BB962C8B-B14F-4D97-AF65-F5344CB8AC3E}">
        <p14:creationId xmlns:p14="http://schemas.microsoft.com/office/powerpoint/2010/main" val="171101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ustom">
  <a:themeElements>
    <a:clrScheme name="Custom 173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000000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ustom 100">
      <a:majorFont>
        <a:latin typeface="Niagara Solid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2787940_win32_LW_V5" id="{8846F80C-D74D-4F27-8214-E80518C56538}" vid="{42FAAABB-6154-447D-82D7-BB904B7291D0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BD8C90-A3BA-4A7A-B350-4B9A0D6525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4275B5A-7993-4B5E-9459-F514F3EBE15D}">
  <ds:schemaRefs>
    <ds:schemaRef ds:uri="http://purl.org/dc/dcmitype/"/>
    <ds:schemaRef ds:uri="http://schemas.microsoft.com/office/2006/documentManagement/types"/>
    <ds:schemaRef ds:uri="http://purl.org/dc/elements/1.1/"/>
    <ds:schemaRef ds:uri="230e9df3-be65-4c73-a93b-d1236ebd677e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schemas.openxmlformats.org/package/2006/metadata/core-properties"/>
    <ds:schemaRef ds:uri="71af3243-3dd4-4a8d-8c0d-dd76da1f02a5"/>
    <ds:schemaRef ds:uri="http://schemas.microsoft.com/sharepoint/v3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1F051D4-1D3D-484E-9778-1C8141DF7C6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18972</TotalTime>
  <Words>323</Words>
  <Application>Microsoft Office PowerPoint</Application>
  <PresentationFormat>Custom</PresentationFormat>
  <Paragraphs>107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Niagara Solid</vt:lpstr>
      <vt:lpstr>Custom</vt:lpstr>
      <vt:lpstr>Pitch deck</vt:lpstr>
      <vt:lpstr>About us</vt:lpstr>
      <vt:lpstr>Agenda</vt:lpstr>
      <vt:lpstr>Product overview</vt:lpstr>
      <vt:lpstr>Product benefits</vt:lpstr>
      <vt:lpstr>Market overview</vt:lpstr>
      <vt:lpstr>Market comparison</vt:lpstr>
      <vt:lpstr>Competitive landscape</vt:lpstr>
      <vt:lpstr>Traction</vt:lpstr>
      <vt:lpstr>Financials</vt:lpstr>
      <vt:lpstr>Two-year action plan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golusaini7890@outlook.com</cp:lastModifiedBy>
  <cp:revision>1</cp:revision>
  <dcterms:created xsi:type="dcterms:W3CDTF">2023-08-29T05:27:55Z</dcterms:created>
  <dcterms:modified xsi:type="dcterms:W3CDTF">2026-10-25T19:33:46Z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0x01010079F111ED35F8CC479449609E8A0923A6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  <property fmtid="{D5CDD505-2E9C-101B-9397-08002B2CF9AE}" pid="8" name="ClassificationContentMarkingFooterText">
    <vt:lpwstr>Classified as Microsoft Confidential</vt:lpwstr>
  </property>
  <property fmtid="{D5CDD505-2E9C-101B-9397-08002B2CF9AE}" pid="9" name="MediaServiceImageTags">
    <vt:lpwstr/>
  </property>
</Properties>
</file>